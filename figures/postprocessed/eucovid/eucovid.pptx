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54"/>
  </p:normalViewPr>
  <p:slideViewPr>
    <p:cSldViewPr snapToGrid="0">
      <p:cViewPr>
        <p:scale>
          <a:sx n="167" d="100"/>
          <a:sy n="167" d="100"/>
        </p:scale>
        <p:origin x="-3048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89D82-823B-460E-B3BD-BD6DAC3C5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94A66-35A3-1406-C983-F3304BFA0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B477-E68A-87E4-7CBE-88B4686E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43944-F2CA-997A-6636-B5A7B654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8239-DBC3-5189-6A4D-D83D8B3D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4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4FE6-6AEE-9EB2-4E24-E999A160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8CBC-3C08-C5C4-EA8F-6B10B065B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F0DD3-8F37-53B0-F7F5-22B31C9D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7581-055A-349E-4E9F-8EDCFC46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0360C-19B9-AF55-81B5-E3A64252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6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152E-344E-DCEF-D5B8-3F00B6D2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1B11B-FE30-B240-2A2C-D0F423EDA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8933C-5EB7-F06A-8D49-A1B68F23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A9E1-A98E-2F9C-6C19-2932B62B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23441-5E07-5ADE-D52D-D1F281A3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52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4517-345D-C54E-1266-004956F6E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4253-FCCA-6E62-BB65-063DD12B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28375-3CAF-CA93-D8F5-BE7A143B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C694C-1149-B6C9-8840-B061A2AE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D11A8-D937-3282-E3C2-E32B2316C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55F2A-389F-7AFB-1FF9-DE03A1FA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7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C2B70-B92D-7A4C-21A6-DF5DA0007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651B-B025-B525-AC18-41C655D3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5104B-2293-A213-3D9B-25E1DA138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F4732-8402-F35E-DAFE-D648C3F4B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FF9B1-86CA-DB9D-CFCA-5F8C0CDE4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85251-D79A-3071-DEEC-E7C6D891E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04089E-C56B-5031-901A-185187145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F8A81-C050-C59A-F0FC-D3D2154D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77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B145-C41D-EAE6-F816-C468F632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985C5-494B-52F0-A69C-6FE27558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54695-EF04-7CAA-600F-8A9289A4C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B29E5-7E09-43FC-BEF1-AD96B838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85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190A3-2A5C-7863-1045-15724AA7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A9B680-7B9C-98E8-3B0D-6C8D48D7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49C4-9515-BC51-5E09-EA94F8F51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49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4529-0FAA-C541-B4C7-E81ADAF6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5A11-5D32-D6A4-73C4-AAE0FEECA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42DD7-CC58-2C40-5CC3-7F4A79BDF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12402-AAE0-AB7E-0E7D-0276CBC6A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8780B-005D-E1A1-EE7C-47F0DDD85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A2C73-9696-E95C-C6B8-C952BA35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3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9ADA-0829-4A72-B2C5-A8D818B5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180256-0565-388F-6A19-74A2226C2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FB8C0-FB1D-36A2-9A05-0DC86245F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5697-9772-2CC1-DA6D-69E331AC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6F134-A279-DA3D-5E93-C422C3EA0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C2F50-ECC2-AB8C-F9D3-5422E936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07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2758F-C2E0-D4A7-996F-4CF02BA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22837-44A9-D369-4466-5DFD751EA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FD1F-05D1-C793-AF7F-1A3A338AD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17F21-0F28-3A0C-6BEC-A73B7D07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620C6-9AB2-CD2C-6C3C-64E38D3C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8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6B471-61E3-7397-2DB3-995BCFD7F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47A4E-670E-8E91-C608-AFEB88CD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4941-2B56-CFA1-5A47-13297485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6021-4007-2F9D-0C99-BC618C0B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8C8C-6105-3CE5-81F1-CB2CE5F2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34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B374E-04B3-7141-8247-6DEEF6E03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AC0CF-C1A9-FA6F-3435-C216374FF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C2BFA-D878-2F0A-4969-15D702021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54F5A-04CF-F446-A1ED-D6DE4CE37FEC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FCAE6-E7D5-FE7C-4284-363716CE14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BD15B-64FA-7434-B915-0B0B30216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D289B-B109-C642-B111-6B87597CB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3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B83188A7-7443-E78A-5756-7C766BCCB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1C0A74D-A917-8A7B-ECD3-F939ABC5A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4027905"/>
            <a:ext cx="3807501" cy="285562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9E6DB32-F6A6-879B-C376-26E7CB122A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4498" y="4016888"/>
            <a:ext cx="3807501" cy="285562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A9F24A2-0836-AE3D-C6C5-DC03B3F8E9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3019" y="13927"/>
            <a:ext cx="6912964" cy="346728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39E9AD-5C96-7AFC-B771-980CF3E6D30D}"/>
              </a:ext>
            </a:extLst>
          </p:cNvPr>
          <p:cNvCxnSpPr>
            <a:cxnSpLocks/>
          </p:cNvCxnSpPr>
          <p:nvPr/>
        </p:nvCxnSpPr>
        <p:spPr>
          <a:xfrm>
            <a:off x="4794422" y="3708598"/>
            <a:ext cx="7228702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3A2A48-8A49-D534-7685-7BE8D511414F}"/>
              </a:ext>
            </a:extLst>
          </p:cNvPr>
          <p:cNvCxnSpPr/>
          <p:nvPr/>
        </p:nvCxnSpPr>
        <p:spPr>
          <a:xfrm flipV="1">
            <a:off x="5177481" y="1966295"/>
            <a:ext cx="0" cy="1742303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ABD11C-1303-9C63-B973-D4471543B80B}"/>
              </a:ext>
            </a:extLst>
          </p:cNvPr>
          <p:cNvCxnSpPr>
            <a:cxnSpLocks/>
          </p:cNvCxnSpPr>
          <p:nvPr/>
        </p:nvCxnSpPr>
        <p:spPr>
          <a:xfrm flipV="1">
            <a:off x="7319319" y="2509992"/>
            <a:ext cx="0" cy="1198605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F08EE4-958B-09BB-4767-CC5335367D55}"/>
              </a:ext>
            </a:extLst>
          </p:cNvPr>
          <p:cNvCxnSpPr>
            <a:cxnSpLocks/>
          </p:cNvCxnSpPr>
          <p:nvPr/>
        </p:nvCxnSpPr>
        <p:spPr>
          <a:xfrm flipV="1">
            <a:off x="9461157" y="3481214"/>
            <a:ext cx="0" cy="22738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EE0558-5591-57CB-F9E3-F97E43D4DCB8}"/>
              </a:ext>
            </a:extLst>
          </p:cNvPr>
          <p:cNvCxnSpPr>
            <a:cxnSpLocks/>
          </p:cNvCxnSpPr>
          <p:nvPr/>
        </p:nvCxnSpPr>
        <p:spPr>
          <a:xfrm flipV="1">
            <a:off x="11578282" y="3356430"/>
            <a:ext cx="0" cy="353803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298DC55-D9C5-BD43-BAD1-875C694148BB}"/>
              </a:ext>
            </a:extLst>
          </p:cNvPr>
          <p:cNvSpPr txBox="1"/>
          <p:nvPr/>
        </p:nvSpPr>
        <p:spPr>
          <a:xfrm>
            <a:off x="8790228" y="369806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16-02-2020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44E7B-1898-8CE3-9C91-D167FC814EE4}"/>
              </a:ext>
            </a:extLst>
          </p:cNvPr>
          <p:cNvSpPr txBox="1"/>
          <p:nvPr/>
        </p:nvSpPr>
        <p:spPr>
          <a:xfrm>
            <a:off x="10903689" y="369806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08-03-2020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324459-76AA-66C2-FEFC-80DBD4EF740D}"/>
              </a:ext>
            </a:extLst>
          </p:cNvPr>
          <p:cNvSpPr txBox="1"/>
          <p:nvPr/>
        </p:nvSpPr>
        <p:spPr>
          <a:xfrm>
            <a:off x="6656839" y="369806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26-01-2020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2B5D44-A654-77AA-4766-EF48557EED16}"/>
              </a:ext>
            </a:extLst>
          </p:cNvPr>
          <p:cNvSpPr txBox="1"/>
          <p:nvPr/>
        </p:nvSpPr>
        <p:spPr>
          <a:xfrm>
            <a:off x="4506552" y="3698063"/>
            <a:ext cx="13418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05-01-2020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03F968-CED9-DDCF-A28B-385D6F5DA847}"/>
              </a:ext>
            </a:extLst>
          </p:cNvPr>
          <p:cNvCxnSpPr>
            <a:cxnSpLocks/>
          </p:cNvCxnSpPr>
          <p:nvPr/>
        </p:nvCxnSpPr>
        <p:spPr>
          <a:xfrm>
            <a:off x="5440106" y="514015"/>
            <a:ext cx="0" cy="2651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8D0B6D-7D36-F6FA-7622-B7EAD3E08D62}"/>
              </a:ext>
            </a:extLst>
          </p:cNvPr>
          <p:cNvCxnSpPr/>
          <p:nvPr/>
        </p:nvCxnSpPr>
        <p:spPr>
          <a:xfrm>
            <a:off x="5329747" y="514015"/>
            <a:ext cx="220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1160AD-B7A3-C5FA-D794-DFD4557A05E0}"/>
              </a:ext>
            </a:extLst>
          </p:cNvPr>
          <p:cNvCxnSpPr/>
          <p:nvPr/>
        </p:nvCxnSpPr>
        <p:spPr>
          <a:xfrm>
            <a:off x="5335803" y="779191"/>
            <a:ext cx="220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34860F6-42C6-59A7-B32B-1DE1B5FB0DDF}"/>
              </a:ext>
            </a:extLst>
          </p:cNvPr>
          <p:cNvSpPr txBox="1"/>
          <p:nvPr/>
        </p:nvSpPr>
        <p:spPr>
          <a:xfrm>
            <a:off x="5544410" y="477326"/>
            <a:ext cx="2389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= 50 migration events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41058D2F-861D-827E-8088-C898819BE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318" b="80049"/>
          <a:stretch>
            <a:fillRect/>
          </a:stretch>
        </p:blipFill>
        <p:spPr>
          <a:xfrm>
            <a:off x="0" y="598054"/>
            <a:ext cx="1402760" cy="1368241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CDEAE67-9D63-8262-C856-2B726BAB2F70}"/>
              </a:ext>
            </a:extLst>
          </p:cNvPr>
          <p:cNvSpPr/>
          <p:nvPr/>
        </p:nvSpPr>
        <p:spPr>
          <a:xfrm>
            <a:off x="0" y="13927"/>
            <a:ext cx="1750741" cy="6403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ED76D6-5D90-53B7-D889-38F4BE88E39E}"/>
              </a:ext>
            </a:extLst>
          </p:cNvPr>
          <p:cNvSpPr txBox="1"/>
          <p:nvPr/>
        </p:nvSpPr>
        <p:spPr>
          <a:xfrm>
            <a:off x="78058" y="11847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B6329D-C57E-4BFB-B182-3C328DC6D661}"/>
              </a:ext>
            </a:extLst>
          </p:cNvPr>
          <p:cNvSpPr txBox="1"/>
          <p:nvPr/>
        </p:nvSpPr>
        <p:spPr>
          <a:xfrm>
            <a:off x="4572000" y="11847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63AEA5-86D6-2E3A-51ED-AD615F2A8839}"/>
              </a:ext>
            </a:extLst>
          </p:cNvPr>
          <p:cNvSpPr txBox="1"/>
          <p:nvPr/>
        </p:nvSpPr>
        <p:spPr>
          <a:xfrm>
            <a:off x="4534813" y="3978026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85307-8DC6-4085-BB89-6B17A7AC3EA3}"/>
              </a:ext>
            </a:extLst>
          </p:cNvPr>
          <p:cNvSpPr txBox="1"/>
          <p:nvPr/>
        </p:nvSpPr>
        <p:spPr>
          <a:xfrm>
            <a:off x="8330951" y="3979057"/>
            <a:ext cx="1246643" cy="37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CB38D38-B440-DD5F-934F-5D2730DF7371}"/>
              </a:ext>
            </a:extLst>
          </p:cNvPr>
          <p:cNvSpPr/>
          <p:nvPr/>
        </p:nvSpPr>
        <p:spPr>
          <a:xfrm>
            <a:off x="5177481" y="378261"/>
            <a:ext cx="2634552" cy="536683"/>
          </a:xfrm>
          <a:prstGeom prst="round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8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3</cp:revision>
  <dcterms:created xsi:type="dcterms:W3CDTF">2026-01-25T15:13:02Z</dcterms:created>
  <dcterms:modified xsi:type="dcterms:W3CDTF">2026-01-28T09:38:18Z</dcterms:modified>
</cp:coreProperties>
</file>