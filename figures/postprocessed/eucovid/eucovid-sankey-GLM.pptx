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25"/>
  </p:normalViewPr>
  <p:slideViewPr>
    <p:cSldViewPr snapToGrid="0">
      <p:cViewPr varScale="1">
        <p:scale>
          <a:sx n="116" d="100"/>
          <a:sy n="116" d="100"/>
        </p:scale>
        <p:origin x="5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19A80-9BC1-EEE2-51D9-E3A2FFF56C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DECE00-9B9D-9D36-00C5-4A84F034D7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9CF8F1-5093-8A75-9438-203E77502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6FC37-100A-334B-83A1-A430358C4E23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98F2E-429B-65B4-A581-621DBBA22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E30E9-440E-61F7-1471-43F4DED88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3FFF3-7765-4144-A05C-035BED7AB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611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0DFD1-56C0-54EA-D473-9D9F014E2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082E30-497B-8051-63D3-A2EB26BCF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BE46A-8012-AC0E-B8B2-9B41729EF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6FC37-100A-334B-83A1-A430358C4E23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D3FD80-D445-26E6-5BFA-C50C8D601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DB8D82-2EC0-B2F4-EF0C-1E242CC4D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3FFF3-7765-4144-A05C-035BED7AB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280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0CA12-CA2E-1FE3-2162-92C94EBB7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07498-12B7-8755-5918-6081BBE748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0B4B0F-28D3-6F51-C1F8-0B2359F66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6FC37-100A-334B-83A1-A430358C4E23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EACCB-BC1F-56C2-19F1-FE25C4923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5477CD-552E-9711-F29A-F32A2DB76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3FFF3-7765-4144-A05C-035BED7AB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643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67E21-CB08-FFDD-FEA7-FF1C97481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E090E-1411-1586-15B4-C4A72BEECB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71BC24-DD45-E14D-3E28-9D70AC9047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9F228B-53C2-EA2C-5FBF-6B976F06C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6FC37-100A-334B-83A1-A430358C4E23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036271-4BC6-37F8-9D65-21630B414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128FD9-013E-C53A-B283-B040A174A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3FFF3-7765-4144-A05C-035BED7AB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109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A4416-6126-3389-50EB-4D3DFCFAF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060B00-67CD-0836-D7AE-2AC0392566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EDE308-3D3E-E942-169D-868C76D8E4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4FB083-5ABD-8215-52AA-A176A415F4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B62212-30D3-916D-7435-CA8FB07866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AA8426-7AAD-1FDD-6272-2D2792A1B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6FC37-100A-334B-83A1-A430358C4E23}" type="datetimeFigureOut">
              <a:rPr lang="en-US" smtClean="0"/>
              <a:t>1/27/26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D7AEBB-28FB-A4B0-9FA7-BE66B5964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DAD3C0-6390-1E24-4737-1FA118C2C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3FFF3-7765-4144-A05C-035BED7AB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977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49266-9AB2-8A76-3E08-AB85A065B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F29A7E-8E3B-3D29-7471-2B8ABC7C9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6FC37-100A-334B-83A1-A430358C4E23}" type="datetimeFigureOut">
              <a:rPr lang="en-US" smtClean="0"/>
              <a:t>1/27/26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ECB64D-9BFE-0BB7-18C7-5202B7110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790EBF-C578-3357-32ED-32BD548F8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3FFF3-7765-4144-A05C-035BED7AB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817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5CDE23-703B-53F0-8C88-895426E1F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6FC37-100A-334B-83A1-A430358C4E23}" type="datetimeFigureOut">
              <a:rPr lang="en-US" smtClean="0"/>
              <a:t>1/27/26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EBEED2-DE40-33B9-F88A-041801579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4B34C4-ECB1-E752-F484-34CA938A1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3FFF3-7765-4144-A05C-035BED7AB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800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73A0B-B910-985F-C17E-A6D2897F1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EA6943-8CE8-F921-717E-5D6894D41E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65453-2E3E-67A3-9B89-3A83AE53EC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BDC615-8DFE-4D94-9EB5-BCADEDAE2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6FC37-100A-334B-83A1-A430358C4E23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67923D-8EEC-D9C0-70BB-614649347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598699-458D-A06B-5DF6-F11C3C95C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3FFF3-7765-4144-A05C-035BED7AB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564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6D639-1FDB-005F-33B9-7F68074DF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F05970-5831-14CB-1D90-2194A976CE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C2F21D-7EF5-35C0-CC77-E14CBF4466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463870-F0F0-3E54-9BA1-18D72828F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6FC37-100A-334B-83A1-A430358C4E23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B0C3B7-EB30-F28A-5200-B6BB6F34D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B751E9-55E7-1E98-59A8-7C6A699A3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3FFF3-7765-4144-A05C-035BED7AB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501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2C651-5BA3-4B1F-352B-95A47FC3D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0F327A-8C96-8DFF-7444-B230F5E073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1C5076-C910-B3E9-834B-2AEE0E6B2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6FC37-100A-334B-83A1-A430358C4E23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6BD9FC-6EDF-35D1-4AC9-EC3DACDBF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5935EF-ED43-079E-C973-3D30D3A14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3FFF3-7765-4144-A05C-035BED7AB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818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22560F-7E57-BE83-7629-F938DAE459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24BC12-CA91-751A-86DC-B8237A342D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27B122-2BF2-2137-51CD-915FF5A8C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6FC37-100A-334B-83A1-A430358C4E23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C869C6-C823-9E0A-96A4-F266E50A6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AE7A3-AD2D-CE1A-4965-18A1BE8A8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3FFF3-7765-4144-A05C-035BED7AB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547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0A5A65-2DB1-1AE2-9D5B-D75434B18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27EB43-6DE8-E782-56F0-44E830A43E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85410-D7F5-A809-0ED5-5CEA68976B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06FC37-100A-334B-83A1-A430358C4E23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B2C8F-A308-3453-BEA0-0F977F7349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969F5A-21BE-7C77-2F86-396C9C31EA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83FFF3-7765-4144-A05C-035BED7AB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658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9E53B7DF-60DD-5AA2-E999-A4641E09B0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2235" y="55145"/>
            <a:ext cx="11584517" cy="5724790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4678079-E6CA-8143-65DA-D315C2C1BD7B}"/>
              </a:ext>
            </a:extLst>
          </p:cNvPr>
          <p:cNvCxnSpPr>
            <a:cxnSpLocks/>
          </p:cNvCxnSpPr>
          <p:nvPr/>
        </p:nvCxnSpPr>
        <p:spPr>
          <a:xfrm flipV="1">
            <a:off x="312235" y="6494047"/>
            <a:ext cx="11584517" cy="7494"/>
          </a:xfrm>
          <a:prstGeom prst="line">
            <a:avLst/>
          </a:prstGeom>
          <a:ln w="317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42E8FE4-191D-B1D9-830B-A7AD2D8D32C2}"/>
              </a:ext>
            </a:extLst>
          </p:cNvPr>
          <p:cNvCxnSpPr>
            <a:cxnSpLocks/>
          </p:cNvCxnSpPr>
          <p:nvPr/>
        </p:nvCxnSpPr>
        <p:spPr>
          <a:xfrm flipV="1">
            <a:off x="11418093" y="5468471"/>
            <a:ext cx="0" cy="1014886"/>
          </a:xfrm>
          <a:prstGeom prst="line">
            <a:avLst/>
          </a:prstGeom>
          <a:ln w="31750"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A6E118C-16AB-B3AC-0674-C0FCF0AE68A3}"/>
              </a:ext>
            </a:extLst>
          </p:cNvPr>
          <p:cNvSpPr txBox="1"/>
          <p:nvPr/>
        </p:nvSpPr>
        <p:spPr>
          <a:xfrm>
            <a:off x="7021359" y="6479753"/>
            <a:ext cx="1636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16-02-2020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7265AE-8108-6170-1E8A-A66EB64BA2C4}"/>
              </a:ext>
            </a:extLst>
          </p:cNvPr>
          <p:cNvSpPr txBox="1"/>
          <p:nvPr/>
        </p:nvSpPr>
        <p:spPr>
          <a:xfrm>
            <a:off x="10465535" y="6512231"/>
            <a:ext cx="1905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08-03-2020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10D9FB-EC29-9C3D-7149-CE4FC63AAFBB}"/>
              </a:ext>
            </a:extLst>
          </p:cNvPr>
          <p:cNvSpPr txBox="1"/>
          <p:nvPr/>
        </p:nvSpPr>
        <p:spPr>
          <a:xfrm>
            <a:off x="3506404" y="6494047"/>
            <a:ext cx="1636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26-01-2020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22BC94-9A21-669B-4764-5F28B642E0B1}"/>
              </a:ext>
            </a:extLst>
          </p:cNvPr>
          <p:cNvSpPr txBox="1"/>
          <p:nvPr/>
        </p:nvSpPr>
        <p:spPr>
          <a:xfrm>
            <a:off x="-65433" y="6512231"/>
            <a:ext cx="1623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05-01-2020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BCB8563-9597-8874-FE47-0B2B81E791DE}"/>
              </a:ext>
            </a:extLst>
          </p:cNvPr>
          <p:cNvCxnSpPr>
            <a:cxnSpLocks/>
          </p:cNvCxnSpPr>
          <p:nvPr/>
        </p:nvCxnSpPr>
        <p:spPr>
          <a:xfrm flipV="1">
            <a:off x="7859104" y="5744077"/>
            <a:ext cx="0" cy="739280"/>
          </a:xfrm>
          <a:prstGeom prst="line">
            <a:avLst/>
          </a:prstGeom>
          <a:ln w="31750"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D3428E3-18BE-82C6-2C66-0843F88786FF}"/>
              </a:ext>
            </a:extLst>
          </p:cNvPr>
          <p:cNvCxnSpPr>
            <a:cxnSpLocks/>
          </p:cNvCxnSpPr>
          <p:nvPr/>
        </p:nvCxnSpPr>
        <p:spPr>
          <a:xfrm flipV="1">
            <a:off x="4324721" y="3730865"/>
            <a:ext cx="0" cy="2763182"/>
          </a:xfrm>
          <a:prstGeom prst="line">
            <a:avLst/>
          </a:prstGeom>
          <a:ln w="31750"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4361C84-EFA9-1584-DC5D-4B266AB3EBD5}"/>
              </a:ext>
            </a:extLst>
          </p:cNvPr>
          <p:cNvCxnSpPr>
            <a:cxnSpLocks/>
          </p:cNvCxnSpPr>
          <p:nvPr/>
        </p:nvCxnSpPr>
        <p:spPr>
          <a:xfrm flipV="1">
            <a:off x="747803" y="2863753"/>
            <a:ext cx="0" cy="3619604"/>
          </a:xfrm>
          <a:prstGeom prst="line">
            <a:avLst/>
          </a:prstGeom>
          <a:ln w="31750"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D0C638-BBB4-57B0-46D9-D5A05F9410A0}"/>
              </a:ext>
            </a:extLst>
          </p:cNvPr>
          <p:cNvGrpSpPr/>
          <p:nvPr/>
        </p:nvGrpSpPr>
        <p:grpSpPr>
          <a:xfrm>
            <a:off x="2528971" y="408019"/>
            <a:ext cx="3343011" cy="807711"/>
            <a:chOff x="2661174" y="510256"/>
            <a:chExt cx="3327094" cy="848298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B4032BB-81CB-CE3D-0541-5DA158C062DC}"/>
                </a:ext>
              </a:extLst>
            </p:cNvPr>
            <p:cNvCxnSpPr>
              <a:cxnSpLocks/>
            </p:cNvCxnSpPr>
            <p:nvPr/>
          </p:nvCxnSpPr>
          <p:spPr>
            <a:xfrm>
              <a:off x="3042407" y="709421"/>
              <a:ext cx="0" cy="449969"/>
            </a:xfrm>
            <a:prstGeom prst="line">
              <a:avLst/>
            </a:prstGeom>
            <a:ln w="317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73CE739-3D8C-2551-05F0-769BE326EBD3}"/>
                </a:ext>
              </a:extLst>
            </p:cNvPr>
            <p:cNvCxnSpPr>
              <a:cxnSpLocks/>
            </p:cNvCxnSpPr>
            <p:nvPr/>
          </p:nvCxnSpPr>
          <p:spPr>
            <a:xfrm>
              <a:off x="2879039" y="709421"/>
              <a:ext cx="338565" cy="0"/>
            </a:xfrm>
            <a:prstGeom prst="line">
              <a:avLst/>
            </a:prstGeom>
            <a:ln w="317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7BA212B-F313-D78C-4EF1-C371964E0885}"/>
                </a:ext>
              </a:extLst>
            </p:cNvPr>
            <p:cNvSpPr txBox="1"/>
            <p:nvPr/>
          </p:nvSpPr>
          <p:spPr>
            <a:xfrm>
              <a:off x="3230114" y="734350"/>
              <a:ext cx="263479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= 50 migration events</a:t>
              </a:r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4278BF09-73CF-7E65-CB68-4EB1BD07664E}"/>
                </a:ext>
              </a:extLst>
            </p:cNvPr>
            <p:cNvCxnSpPr>
              <a:cxnSpLocks/>
            </p:cNvCxnSpPr>
            <p:nvPr/>
          </p:nvCxnSpPr>
          <p:spPr>
            <a:xfrm>
              <a:off x="2879039" y="1170836"/>
              <a:ext cx="338565" cy="0"/>
            </a:xfrm>
            <a:prstGeom prst="line">
              <a:avLst/>
            </a:prstGeom>
            <a:ln w="317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" name="Rounded Rectangle 1">
              <a:extLst>
                <a:ext uri="{FF2B5EF4-FFF2-40B4-BE49-F238E27FC236}">
                  <a16:creationId xmlns:a16="http://schemas.microsoft.com/office/drawing/2014/main" id="{6A0B1E44-440D-B179-4EF5-A99B364BF237}"/>
                </a:ext>
              </a:extLst>
            </p:cNvPr>
            <p:cNvSpPr/>
            <p:nvPr/>
          </p:nvSpPr>
          <p:spPr>
            <a:xfrm>
              <a:off x="2661174" y="510256"/>
              <a:ext cx="3327094" cy="848298"/>
            </a:xfrm>
            <a:prstGeom prst="round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" name="Graphic 2">
            <a:extLst>
              <a:ext uri="{FF2B5EF4-FFF2-40B4-BE49-F238E27FC236}">
                <a16:creationId xmlns:a16="http://schemas.microsoft.com/office/drawing/2014/main" id="{0DBD3C69-CE2F-BE28-1F2D-7FEE1113EB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69318" b="80049"/>
          <a:stretch>
            <a:fillRect/>
          </a:stretch>
        </p:blipFill>
        <p:spPr>
          <a:xfrm>
            <a:off x="312234" y="250284"/>
            <a:ext cx="2078413" cy="2027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309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</Words>
  <Application>Microsoft Macintosh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Marino  Gabriele</dc:creator>
  <cp:lastModifiedBy>Marino  Gabriele</cp:lastModifiedBy>
  <cp:revision>3</cp:revision>
  <dcterms:created xsi:type="dcterms:W3CDTF">2026-01-25T15:36:51Z</dcterms:created>
  <dcterms:modified xsi:type="dcterms:W3CDTF">2026-01-27T09:19:46Z</dcterms:modified>
</cp:coreProperties>
</file>