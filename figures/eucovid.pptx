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18"/>
  </p:normalViewPr>
  <p:slideViewPr>
    <p:cSldViewPr snapToGrid="0">
      <p:cViewPr>
        <p:scale>
          <a:sx n="99" d="100"/>
          <a:sy n="99" d="100"/>
        </p:scale>
        <p:origin x="1248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89D82-823B-460E-B3BD-BD6DAC3C54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E94A66-35A3-1406-C983-F3304BFA0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1B477-E68A-87E4-7CBE-88B4686E4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43944-F2CA-997A-6636-B5A7B654C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08239-DBC3-5189-6A4D-D83D8B3DB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4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14FE6-6AEE-9EB2-4E24-E999A1601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C8CBC-3C08-C5C4-EA8F-6B10B065B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F0DD3-8F37-53B0-F7F5-22B31C9DF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F7581-055A-349E-4E9F-8EDCFC469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0360C-19B9-AF55-81B5-E3A642527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68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8152E-344E-DCEF-D5B8-3F00B6D21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1B11B-FE30-B240-2A2C-D0F423EDA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8933C-5EB7-F06A-8D49-A1B68F231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BA9E1-A98E-2F9C-6C19-2932B62BB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23441-5E07-5ADE-D52D-D1F281A3A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152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4517-345D-C54E-1266-004956F6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84253-FCCA-6E62-BB65-063DD12BA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228375-3CAF-CA93-D8F5-BE7A143B6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C694C-1149-B6C9-8840-B061A2AE1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D11A8-D937-3282-E3C2-E32B2316C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955F2A-389F-7AFB-1FF9-DE03A1FA6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670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C2B70-B92D-7A4C-21A6-DF5DA0007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3651B-B025-B525-AC18-41C655D37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B5104B-2293-A213-3D9B-25E1DA138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9F4732-8402-F35E-DAFE-D648C3F4B9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7FF9B1-86CA-DB9D-CFCA-5F8C0CDE4B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C85251-D79A-3071-DEEC-E7C6D891E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04089E-C56B-5031-901A-185187145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BF8A81-C050-C59A-F0FC-D3D2154D5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677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FB145-C41D-EAE6-F816-C468F632A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4985C5-494B-52F0-A69C-6FE275583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54695-EF04-7CAA-600F-8A9289A4C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5B29E5-7E09-43FC-BEF1-AD96B8383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54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B190A3-2A5C-7863-1045-15724AA74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A9B680-7B9C-98E8-3B0D-6C8D48D77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049C4-9515-BC51-5E09-EA94F8F51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149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E4529-0FAA-C541-B4C7-E81ADAF62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45A11-5D32-D6A4-73C4-AAE0FEECA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A42DD7-CC58-2C40-5CC3-7F4A79BDF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12402-AAE0-AB7E-0E7D-0276CBC6A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8780B-005D-E1A1-EE7C-47F0DDD85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A2C73-9696-E95C-C6B8-C952BA35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123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99ADA-0829-4A72-B2C5-A8D818B58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180256-0565-388F-6A19-74A2226C2F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FB8C0-FB1D-36A2-9A05-0DC86245F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25697-9772-2CC1-DA6D-69E331AC0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6F134-A279-DA3D-5E93-C422C3EA0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C2F50-ECC2-AB8C-F9D3-5422E9361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07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2758F-C2E0-D4A7-996F-4CF02BA32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622837-44A9-D369-4466-5DFD751EA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6FD1F-05D1-C793-AF7F-1A3A338AD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17F21-0F28-3A0C-6BEC-A73B7D073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620C6-9AB2-CD2C-6C3C-64E38D3C1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86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96B471-61E3-7397-2DB3-995BCFD7F4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47A4E-670E-8E91-C608-AFEB88CD4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84941-2B56-CFA1-5A47-13297485C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16021-4007-2F9D-0C99-BC618C0B0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38C8C-6105-3CE5-81F1-CB2CE5F2E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634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1B374E-04B3-7141-8247-6DEEF6E03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AC0CF-C1A9-FA6F-3435-C216374FF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C2BFA-D878-2F0A-4969-15D702021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B54F5A-04CF-F446-A1ED-D6DE4CE37FEC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FCAE6-E7D5-FE7C-4284-363716CE14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BD15B-64FA-7434-B915-0B0B302169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36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B83188A7-7443-E78A-5756-7C766BCCB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1C0A74D-A917-8A7B-ECD3-F939ABC5AF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4016888"/>
            <a:ext cx="3807501" cy="285562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9E6DB32-F6A6-879B-C376-26E7CB122A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4498" y="4016888"/>
            <a:ext cx="3807501" cy="285562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A9F24A2-0836-AE3D-C6C5-DC03B3F8E9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23019" y="13927"/>
            <a:ext cx="6912964" cy="346728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639E9AD-5C96-7AFC-B771-980CF3E6D30D}"/>
              </a:ext>
            </a:extLst>
          </p:cNvPr>
          <p:cNvCxnSpPr>
            <a:cxnSpLocks/>
          </p:cNvCxnSpPr>
          <p:nvPr/>
        </p:nvCxnSpPr>
        <p:spPr>
          <a:xfrm>
            <a:off x="4794422" y="3708598"/>
            <a:ext cx="7228702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3A2A48-8A49-D534-7685-7BE8D511414F}"/>
              </a:ext>
            </a:extLst>
          </p:cNvPr>
          <p:cNvCxnSpPr/>
          <p:nvPr/>
        </p:nvCxnSpPr>
        <p:spPr>
          <a:xfrm flipV="1">
            <a:off x="5177481" y="1966295"/>
            <a:ext cx="0" cy="1742303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1ABD11C-1303-9C63-B973-D4471543B80B}"/>
              </a:ext>
            </a:extLst>
          </p:cNvPr>
          <p:cNvCxnSpPr>
            <a:cxnSpLocks/>
          </p:cNvCxnSpPr>
          <p:nvPr/>
        </p:nvCxnSpPr>
        <p:spPr>
          <a:xfrm flipV="1">
            <a:off x="7319319" y="2509992"/>
            <a:ext cx="0" cy="1198605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1F08EE4-958B-09BB-4767-CC5335367D55}"/>
              </a:ext>
            </a:extLst>
          </p:cNvPr>
          <p:cNvCxnSpPr>
            <a:cxnSpLocks/>
          </p:cNvCxnSpPr>
          <p:nvPr/>
        </p:nvCxnSpPr>
        <p:spPr>
          <a:xfrm flipV="1">
            <a:off x="9461157" y="3481214"/>
            <a:ext cx="0" cy="22738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7EE0558-5591-57CB-F9E3-F97E43D4DCB8}"/>
              </a:ext>
            </a:extLst>
          </p:cNvPr>
          <p:cNvCxnSpPr>
            <a:cxnSpLocks/>
          </p:cNvCxnSpPr>
          <p:nvPr/>
        </p:nvCxnSpPr>
        <p:spPr>
          <a:xfrm flipV="1">
            <a:off x="11578282" y="3356430"/>
            <a:ext cx="0" cy="353803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298DC55-D9C5-BD43-BAD1-875C694148BB}"/>
              </a:ext>
            </a:extLst>
          </p:cNvPr>
          <p:cNvSpPr txBox="1"/>
          <p:nvPr/>
        </p:nvSpPr>
        <p:spPr>
          <a:xfrm>
            <a:off x="8790228" y="3720923"/>
            <a:ext cx="1341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16-02-2020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744E7B-1898-8CE3-9C91-D167FC814EE4}"/>
              </a:ext>
            </a:extLst>
          </p:cNvPr>
          <p:cNvSpPr txBox="1"/>
          <p:nvPr/>
        </p:nvSpPr>
        <p:spPr>
          <a:xfrm>
            <a:off x="10903689" y="3720923"/>
            <a:ext cx="1341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08-03-2020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324459-76AA-66C2-FEFC-80DBD4EF740D}"/>
              </a:ext>
            </a:extLst>
          </p:cNvPr>
          <p:cNvSpPr txBox="1"/>
          <p:nvPr/>
        </p:nvSpPr>
        <p:spPr>
          <a:xfrm>
            <a:off x="6656839" y="3720317"/>
            <a:ext cx="1341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26-01-2020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2B5D44-A654-77AA-4766-EF48557EED16}"/>
              </a:ext>
            </a:extLst>
          </p:cNvPr>
          <p:cNvSpPr txBox="1"/>
          <p:nvPr/>
        </p:nvSpPr>
        <p:spPr>
          <a:xfrm>
            <a:off x="4506552" y="3726780"/>
            <a:ext cx="1341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05-01-2020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903F968-CED9-DDCF-A28B-385D6F5DA847}"/>
              </a:ext>
            </a:extLst>
          </p:cNvPr>
          <p:cNvCxnSpPr>
            <a:cxnSpLocks/>
          </p:cNvCxnSpPr>
          <p:nvPr/>
        </p:nvCxnSpPr>
        <p:spPr>
          <a:xfrm>
            <a:off x="5185644" y="690928"/>
            <a:ext cx="0" cy="2651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28D0B6D-7D36-F6FA-7622-B7EAD3E08D62}"/>
              </a:ext>
            </a:extLst>
          </p:cNvPr>
          <p:cNvCxnSpPr/>
          <p:nvPr/>
        </p:nvCxnSpPr>
        <p:spPr>
          <a:xfrm>
            <a:off x="5075285" y="690928"/>
            <a:ext cx="22071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A1160AD-B7A3-C5FA-D794-DFD4557A05E0}"/>
              </a:ext>
            </a:extLst>
          </p:cNvPr>
          <p:cNvCxnSpPr/>
          <p:nvPr/>
        </p:nvCxnSpPr>
        <p:spPr>
          <a:xfrm>
            <a:off x="5081341" y="956104"/>
            <a:ext cx="22071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34860F6-42C6-59A7-B32B-1DE1B5FB0DDF}"/>
              </a:ext>
            </a:extLst>
          </p:cNvPr>
          <p:cNvSpPr txBox="1"/>
          <p:nvPr/>
        </p:nvSpPr>
        <p:spPr>
          <a:xfrm>
            <a:off x="5289948" y="654239"/>
            <a:ext cx="23893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= 50 migration events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41058D2F-861D-827E-8088-C898819BE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9318" b="80049"/>
          <a:stretch>
            <a:fillRect/>
          </a:stretch>
        </p:blipFill>
        <p:spPr>
          <a:xfrm>
            <a:off x="0" y="598054"/>
            <a:ext cx="1402760" cy="1368241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3CDEAE67-9D63-8262-C856-2B726BAB2F70}"/>
              </a:ext>
            </a:extLst>
          </p:cNvPr>
          <p:cNvSpPr/>
          <p:nvPr/>
        </p:nvSpPr>
        <p:spPr>
          <a:xfrm>
            <a:off x="0" y="13927"/>
            <a:ext cx="1750741" cy="6403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ED76D6-5D90-53B7-D889-38F4BE88E39E}"/>
              </a:ext>
            </a:extLst>
          </p:cNvPr>
          <p:cNvSpPr txBox="1"/>
          <p:nvPr/>
        </p:nvSpPr>
        <p:spPr>
          <a:xfrm>
            <a:off x="78058" y="118476"/>
            <a:ext cx="1246643" cy="37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FB6329D-C57E-4BFB-B182-3C328DC6D661}"/>
              </a:ext>
            </a:extLst>
          </p:cNvPr>
          <p:cNvSpPr txBox="1"/>
          <p:nvPr/>
        </p:nvSpPr>
        <p:spPr>
          <a:xfrm>
            <a:off x="4572000" y="118476"/>
            <a:ext cx="1246643" cy="37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363AEA5-86D6-2E3A-51ED-AD615F2A8839}"/>
              </a:ext>
            </a:extLst>
          </p:cNvPr>
          <p:cNvSpPr txBox="1"/>
          <p:nvPr/>
        </p:nvSpPr>
        <p:spPr>
          <a:xfrm>
            <a:off x="4534813" y="3978026"/>
            <a:ext cx="1246643" cy="37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585307-8DC6-4085-BB89-6B17A7AC3EA3}"/>
              </a:ext>
            </a:extLst>
          </p:cNvPr>
          <p:cNvSpPr txBox="1"/>
          <p:nvPr/>
        </p:nvSpPr>
        <p:spPr>
          <a:xfrm>
            <a:off x="8330951" y="3979057"/>
            <a:ext cx="1246643" cy="37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041086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Marino  Gabriele</dc:creator>
  <cp:lastModifiedBy>Marino  Gabriele</cp:lastModifiedBy>
  <cp:revision>1</cp:revision>
  <dcterms:created xsi:type="dcterms:W3CDTF">2026-01-25T15:13:02Z</dcterms:created>
  <dcterms:modified xsi:type="dcterms:W3CDTF">2026-01-25T15:35:26Z</dcterms:modified>
</cp:coreProperties>
</file>