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4F14"/>
    <a:srgbClr val="B78368"/>
    <a:srgbClr val="38806B"/>
    <a:srgbClr val="346F5D"/>
    <a:srgbClr val="5FC3A0"/>
    <a:srgbClr val="C6EFFB"/>
    <a:srgbClr val="E2F5FB"/>
    <a:srgbClr val="C6DFE6"/>
    <a:srgbClr val="A6D7E6"/>
    <a:srgbClr val="88C6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16"/>
    <p:restoredTop sz="94554"/>
  </p:normalViewPr>
  <p:slideViewPr>
    <p:cSldViewPr snapToGrid="0">
      <p:cViewPr varScale="1">
        <p:scale>
          <a:sx n="111" d="100"/>
          <a:sy n="111" d="100"/>
        </p:scale>
        <p:origin x="22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56BE7-7513-244C-B5AC-903AF723291D}" type="datetimeFigureOut">
              <a:rPr lang="en-CH" smtClean="0"/>
              <a:t>11/26/25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3EB430-C372-A04A-B876-FC7165B5F1B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23218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3EB430-C372-A04A-B876-FC7165B5F1B4}" type="slidenum">
              <a:rPr lang="en-CH" smtClean="0"/>
              <a:t>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54652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1FD02-E09A-419D-3EF5-8FB7AB2A8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93C07-2591-1136-1D28-FF29DC518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FF1F6-7447-81BB-9C21-46E982821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EC38F-E157-7BFA-995B-C6BA544BD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66083-E0EF-8A33-0ABD-5435CDFE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77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BE4B3-A117-7AFA-9C2F-AAF8271FC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BBF9B-D3F8-2AA4-AB5B-167FC5106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9A97E-3747-20E3-9100-22066D4A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BBE46-A5AB-F6AD-4F3E-9BEF2CE65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1C6E7-1415-25FB-5AF8-168D7F621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1CE9B-364C-1919-6153-EB509062A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0A994-E90C-2BCA-9192-5DB4D2297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F46E5-BC3D-ACB5-0D14-BDADCE0F2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693C6-769D-124E-3672-FBB17AFF6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8F4C3-74E9-A436-0504-340D2269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18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A36AC-4844-0781-BCE8-A407EAB7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9740A-92EB-F930-4CF0-50B34D4570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9ED38-2848-5CB3-634D-AA5E82342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D1C1C-4E3D-1769-8171-BC29114FD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45EE9-400B-CFB9-3177-BE1D7B1F1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AAD08-2B26-5B9A-CF89-863A37E3D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8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7BF1-D873-40D8-5DE8-3BBE96D4B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2CB71-F3BD-D582-95E4-ACBE77629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91CD2-8D98-CD28-DD63-1866FBD91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31D153-EBD1-958D-A7FC-EF8E779792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AB5DBB-8805-0DDF-55A8-C6D6C66DEC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DCE69F-35A0-2E75-A9D9-0FDAFFBCC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5CB9DF-D606-1630-035A-0AB05F2D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9C1FA4-C29C-467C-C15E-A031F5A90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48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A2DA7-9335-9BE2-0473-B1B0BCAFE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7FDB3-0D5D-C4FF-F459-0FEB00660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3280DB-7FE1-6E41-2018-B1105FFDA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00AFA-288C-2B02-15EB-BCB7C161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19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B91CC4-E06A-2CD1-2F1F-C0584271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A8FF6E-B493-C42E-9607-715F3011E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1EB6A-8D58-942A-D171-AE7E3229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42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971E-F889-AF6A-F9B4-1CD9C5022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B99D8-24E7-B1DB-79AD-00BA71D33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95255-0104-66C1-2304-D56318483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CB71D-71D7-1E0F-6960-AF5680B2C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A45C1-D4AC-FADA-9C40-47096602C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BDF4A-5C70-4B00-EAEC-CCD839EE0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84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E553-DB95-C80E-34F4-18C54EE14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C24EA-8044-B8AC-B9DD-BB2FC288F4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EBBA5-5E33-A208-9740-D106B1326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26B0E-2A1D-1577-7DAC-CB8250B78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F297F-F382-25E9-3E22-696E9694D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71D41-3F70-0E10-284D-9C3A6A56E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08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AAEE3-174E-6EE1-5273-9166CCE2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755C83-62E9-93B9-EE2D-BE2587AF9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330AB-99AE-1059-476E-1ABFDCCBD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84DB0-611A-3C6C-06E4-7AD1E244C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95D68-3ABC-9738-BC50-BA3111D6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68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BB692A-0B1E-F4F4-5F7C-DE5BA53971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7C1D7-7448-057D-D616-63C949B88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C0B9D-8B52-5A30-D12D-449BB6D8E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94B2-3A99-9E46-B88F-E7326E5E2BF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E167D-EC64-FAB5-E0EE-62C0FEFF0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08211-BDBB-1316-96FA-50AA9F267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30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82D333-8BDC-B1E9-E45A-1C82E88A2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EEFAF-FA6D-A204-D15C-849FD3D81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41A54-FFDE-E611-1B9C-16712B193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994B2-3A99-9E46-B88F-E7326E5E2BF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A904E-3CE1-61C1-D671-62710D0D65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3EB7A-6860-B82A-9D00-91E88429B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304F99-0991-C14E-99B3-C59FB19D4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94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25F6A-D406-B207-96D9-E28B7F4AA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C0452847-699F-7863-E0AD-DD456E9C3F0B}"/>
              </a:ext>
            </a:extLst>
          </p:cNvPr>
          <p:cNvSpPr/>
          <p:nvPr/>
        </p:nvSpPr>
        <p:spPr>
          <a:xfrm>
            <a:off x="1754136" y="836362"/>
            <a:ext cx="1776274" cy="5126896"/>
          </a:xfrm>
          <a:prstGeom prst="roundRect">
            <a:avLst/>
          </a:prstGeom>
          <a:solidFill>
            <a:srgbClr val="EDFAF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  <a:endParaRPr lang="en-CH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AF84AA-C239-88EE-B19E-BA535E884984}"/>
              </a:ext>
            </a:extLst>
          </p:cNvPr>
          <p:cNvSpPr txBox="1"/>
          <p:nvPr/>
        </p:nvSpPr>
        <p:spPr>
          <a:xfrm>
            <a:off x="1999630" y="4003908"/>
            <a:ext cx="1285287" cy="731520"/>
          </a:xfrm>
          <a:prstGeom prst="roundRect">
            <a:avLst/>
          </a:prstGeom>
          <a:solidFill>
            <a:srgbClr val="60C2A0"/>
          </a:solidFill>
          <a:ln w="952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935F4E-88DB-F59D-B92F-427310244198}"/>
              </a:ext>
            </a:extLst>
          </p:cNvPr>
          <p:cNvSpPr txBox="1"/>
          <p:nvPr/>
        </p:nvSpPr>
        <p:spPr>
          <a:xfrm>
            <a:off x="1999630" y="1444237"/>
            <a:ext cx="1285287" cy="660766"/>
          </a:xfrm>
          <a:prstGeom prst="roundRect">
            <a:avLst/>
          </a:prstGeom>
          <a:solidFill>
            <a:srgbClr val="60C2A0"/>
          </a:solidFill>
          <a:ln w="952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C5529F4-FE70-E363-0CB6-98C0ECF0BACA}"/>
              </a:ext>
            </a:extLst>
          </p:cNvPr>
          <p:cNvSpPr txBox="1"/>
          <p:nvPr/>
        </p:nvSpPr>
        <p:spPr>
          <a:xfrm>
            <a:off x="2010814" y="4940330"/>
            <a:ext cx="1262919" cy="777525"/>
          </a:xfrm>
          <a:prstGeom prst="roundRect">
            <a:avLst/>
          </a:prstGeom>
          <a:solidFill>
            <a:srgbClr val="60C2A0"/>
          </a:solidFill>
          <a:ln w="952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C186B6-C5F0-56A3-E6AD-1E8C79C2CF26}"/>
              </a:ext>
            </a:extLst>
          </p:cNvPr>
          <p:cNvSpPr txBox="1"/>
          <p:nvPr/>
        </p:nvSpPr>
        <p:spPr>
          <a:xfrm>
            <a:off x="1995467" y="3258137"/>
            <a:ext cx="1293613" cy="613486"/>
          </a:xfrm>
          <a:prstGeom prst="roundRect">
            <a:avLst/>
          </a:prstGeom>
          <a:solidFill>
            <a:srgbClr val="60C2A0"/>
          </a:solidFill>
          <a:ln w="952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885C6A80-BEC4-D7D7-81B5-C42F6C5B966F}"/>
              </a:ext>
            </a:extLst>
          </p:cNvPr>
          <p:cNvSpPr/>
          <p:nvPr/>
        </p:nvSpPr>
        <p:spPr>
          <a:xfrm>
            <a:off x="3648866" y="836362"/>
            <a:ext cx="4503178" cy="5126896"/>
          </a:xfrm>
          <a:prstGeom prst="roundRect">
            <a:avLst>
              <a:gd name="adj" fmla="val 5947"/>
            </a:avLst>
          </a:prstGeom>
          <a:solidFill>
            <a:srgbClr val="E2F5F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\	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8FE23F-A9C8-899C-C5FC-1E4598112D43}"/>
              </a:ext>
            </a:extLst>
          </p:cNvPr>
          <p:cNvSpPr txBox="1"/>
          <p:nvPr/>
        </p:nvSpPr>
        <p:spPr>
          <a:xfrm>
            <a:off x="3639117" y="954249"/>
            <a:ext cx="4503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Markov Chain Monte Carlo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9711C3-23BD-F5A6-96EB-2FE803F9000D}"/>
              </a:ext>
            </a:extLst>
          </p:cNvPr>
          <p:cNvSpPr txBox="1"/>
          <p:nvPr/>
        </p:nvSpPr>
        <p:spPr>
          <a:xfrm>
            <a:off x="2234598" y="954249"/>
            <a:ext cx="815351" cy="369332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r>
              <a:rPr lang="en-CH" dirty="0"/>
              <a:t>Inputs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3479016E-AE62-A952-F6D6-BD8BCB4673DE}"/>
              </a:ext>
            </a:extLst>
          </p:cNvPr>
          <p:cNvSpPr/>
          <p:nvPr/>
        </p:nvSpPr>
        <p:spPr>
          <a:xfrm>
            <a:off x="8270499" y="836361"/>
            <a:ext cx="1773936" cy="51268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4E048B-9086-3BF9-47B8-CC19EC888701}"/>
              </a:ext>
            </a:extLst>
          </p:cNvPr>
          <p:cNvSpPr txBox="1"/>
          <p:nvPr/>
        </p:nvSpPr>
        <p:spPr>
          <a:xfrm>
            <a:off x="8656817" y="954249"/>
            <a:ext cx="1001300" cy="369332"/>
          </a:xfrm>
          <a:prstGeom prst="rect">
            <a:avLst/>
          </a:prstGeom>
          <a:noFill/>
          <a:ln w="952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CH" dirty="0"/>
              <a:t>Outputs</a:t>
            </a:r>
          </a:p>
        </p:txBody>
      </p:sp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CA62C66F-C197-2AC7-1BF2-A31184CEC1BD}"/>
              </a:ext>
            </a:extLst>
          </p:cNvPr>
          <p:cNvSpPr/>
          <p:nvPr/>
        </p:nvSpPr>
        <p:spPr>
          <a:xfrm>
            <a:off x="3849927" y="3123344"/>
            <a:ext cx="2887802" cy="2655247"/>
          </a:xfrm>
          <a:prstGeom prst="roundRect">
            <a:avLst>
              <a:gd name="adj" fmla="val 8551"/>
            </a:avLst>
          </a:prstGeom>
          <a:solidFill>
            <a:srgbClr val="C6EFF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>
              <a:solidFill>
                <a:schemeClr val="tx1"/>
              </a:solidFill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684858B9-6E0F-714C-FEC9-FBF7708ECF30}"/>
              </a:ext>
            </a:extLst>
          </p:cNvPr>
          <p:cNvSpPr/>
          <p:nvPr/>
        </p:nvSpPr>
        <p:spPr>
          <a:xfrm>
            <a:off x="4453912" y="5146212"/>
            <a:ext cx="818702" cy="36933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Weights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8BD2D9EE-AF96-9C9C-A211-00F2C8A8F617}"/>
              </a:ext>
            </a:extLst>
          </p:cNvPr>
          <p:cNvSpPr/>
          <p:nvPr/>
        </p:nvSpPr>
        <p:spPr>
          <a:xfrm>
            <a:off x="6623014" y="2358431"/>
            <a:ext cx="1199765" cy="6678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Phylodynamic parameters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CD3FFEC6-3A0C-C95C-BA58-B9E55BEAB00B}"/>
              </a:ext>
            </a:extLst>
          </p:cNvPr>
          <p:cNvSpPr/>
          <p:nvPr/>
        </p:nvSpPr>
        <p:spPr>
          <a:xfrm>
            <a:off x="6787904" y="1542511"/>
            <a:ext cx="869985" cy="4610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Inference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AA8E0BFC-3DFF-C478-6B97-31CF9C747314}"/>
              </a:ext>
            </a:extLst>
          </p:cNvPr>
          <p:cNvSpPr/>
          <p:nvPr/>
        </p:nvSpPr>
        <p:spPr>
          <a:xfrm>
            <a:off x="5422932" y="4326024"/>
            <a:ext cx="1111366" cy="84068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</a:rPr>
              <a:t>GLM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FE080A6-C195-1BF5-F6EF-F1BBD0B90D13}"/>
              </a:ext>
            </a:extLst>
          </p:cNvPr>
          <p:cNvGrpSpPr/>
          <p:nvPr/>
        </p:nvGrpSpPr>
        <p:grpSpPr>
          <a:xfrm>
            <a:off x="5406005" y="3242918"/>
            <a:ext cx="1138324" cy="1014881"/>
            <a:chOff x="4498041" y="1912477"/>
            <a:chExt cx="1120812" cy="1085709"/>
          </a:xfrm>
        </p:grpSpPr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9BD41A4B-9357-BEB1-91C5-E47A09A94167}"/>
                </a:ext>
              </a:extLst>
            </p:cNvPr>
            <p:cNvSpPr/>
            <p:nvPr/>
          </p:nvSpPr>
          <p:spPr>
            <a:xfrm>
              <a:off x="4498041" y="1912477"/>
              <a:ext cx="1120812" cy="108570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</a:rPr>
                <a:t>BELLA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82723E40-6173-566D-B53F-D3CD35509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6590" y="2164342"/>
              <a:ext cx="808591" cy="808590"/>
            </a:xfrm>
            <a:prstGeom prst="rect">
              <a:avLst/>
            </a:prstGeom>
            <a:ln w="9525">
              <a:noFill/>
            </a:ln>
          </p:spPr>
        </p:pic>
      </p:grp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23A4056-5FB2-48ED-99C5-0CC6A1B62DCB}"/>
              </a:ext>
            </a:extLst>
          </p:cNvPr>
          <p:cNvCxnSpPr>
            <a:cxnSpLocks/>
            <a:stCxn id="51" idx="3"/>
          </p:cNvCxnSpPr>
          <p:nvPr/>
        </p:nvCxnSpPr>
        <p:spPr>
          <a:xfrm>
            <a:off x="3289080" y="3564880"/>
            <a:ext cx="2113599" cy="0"/>
          </a:xfrm>
          <a:prstGeom prst="straightConnector1">
            <a:avLst/>
          </a:prstGeom>
          <a:ln w="28575">
            <a:solidFill>
              <a:srgbClr val="38806B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189393E-80BC-0E61-A8B5-760141EA9CA2}"/>
              </a:ext>
            </a:extLst>
          </p:cNvPr>
          <p:cNvCxnSpPr>
            <a:cxnSpLocks/>
            <a:stCxn id="50" idx="3"/>
            <a:endCxn id="63" idx="1"/>
          </p:cNvCxnSpPr>
          <p:nvPr/>
        </p:nvCxnSpPr>
        <p:spPr>
          <a:xfrm>
            <a:off x="3273733" y="5329093"/>
            <a:ext cx="1180179" cy="1785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1" name="Elbow Connector 130">
            <a:extLst>
              <a:ext uri="{FF2B5EF4-FFF2-40B4-BE49-F238E27FC236}">
                <a16:creationId xmlns:a16="http://schemas.microsoft.com/office/drawing/2014/main" id="{3A6612F0-C9DB-23D8-713F-E8182D59F7F8}"/>
              </a:ext>
            </a:extLst>
          </p:cNvPr>
          <p:cNvCxnSpPr>
            <a:cxnSpLocks/>
            <a:stCxn id="63" idx="0"/>
          </p:cNvCxnSpPr>
          <p:nvPr/>
        </p:nvCxnSpPr>
        <p:spPr>
          <a:xfrm rot="5400000" flipH="1" flipV="1">
            <a:off x="4833689" y="4556970"/>
            <a:ext cx="618817" cy="559669"/>
          </a:xfrm>
          <a:prstGeom prst="bentConnector3">
            <a:avLst>
              <a:gd name="adj1" fmla="val 100457"/>
            </a:avLst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3" name="Elbow Connector 192">
            <a:extLst>
              <a:ext uri="{FF2B5EF4-FFF2-40B4-BE49-F238E27FC236}">
                <a16:creationId xmlns:a16="http://schemas.microsoft.com/office/drawing/2014/main" id="{31DB336A-519C-6F7D-DAA3-CC0112DF707A}"/>
              </a:ext>
            </a:extLst>
          </p:cNvPr>
          <p:cNvCxnSpPr>
            <a:cxnSpLocks/>
            <a:stCxn id="47" idx="3"/>
            <a:endCxn id="72" idx="1"/>
          </p:cNvCxnSpPr>
          <p:nvPr/>
        </p:nvCxnSpPr>
        <p:spPr>
          <a:xfrm flipV="1">
            <a:off x="3284917" y="3750359"/>
            <a:ext cx="2121088" cy="619309"/>
          </a:xfrm>
          <a:prstGeom prst="bentConnector3">
            <a:avLst/>
          </a:prstGeom>
          <a:ln w="28575">
            <a:solidFill>
              <a:srgbClr val="38806B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A15D80DD-C93D-134D-9A5F-AFAD1323E4BB}"/>
              </a:ext>
            </a:extLst>
          </p:cNvPr>
          <p:cNvCxnSpPr>
            <a:cxnSpLocks/>
          </p:cNvCxnSpPr>
          <p:nvPr/>
        </p:nvCxnSpPr>
        <p:spPr>
          <a:xfrm>
            <a:off x="3280486" y="2715975"/>
            <a:ext cx="3339740" cy="0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2D40AD61-77EA-413D-0EAB-1F94C24E62F6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3284917" y="1774620"/>
            <a:ext cx="3502987" cy="0"/>
          </a:xfrm>
          <a:prstGeom prst="straightConnector1">
            <a:avLst/>
          </a:prstGeom>
          <a:ln w="28575">
            <a:solidFill>
              <a:srgbClr val="38806B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Elbow Connector 157">
            <a:extLst>
              <a:ext uri="{FF2B5EF4-FFF2-40B4-BE49-F238E27FC236}">
                <a16:creationId xmlns:a16="http://schemas.microsoft.com/office/drawing/2014/main" id="{5758A092-5378-3170-2E8C-671480A52A0B}"/>
              </a:ext>
            </a:extLst>
          </p:cNvPr>
          <p:cNvCxnSpPr>
            <a:cxnSpLocks/>
            <a:stCxn id="71" idx="3"/>
          </p:cNvCxnSpPr>
          <p:nvPr/>
        </p:nvCxnSpPr>
        <p:spPr>
          <a:xfrm flipV="1">
            <a:off x="6534298" y="3026271"/>
            <a:ext cx="918788" cy="1720097"/>
          </a:xfrm>
          <a:prstGeom prst="bentConnector2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E81FFBFF-D376-7A58-5D61-79D29DBDDCB7}"/>
              </a:ext>
            </a:extLst>
          </p:cNvPr>
          <p:cNvCxnSpPr>
            <a:cxnSpLocks/>
            <a:stCxn id="72" idx="3"/>
          </p:cNvCxnSpPr>
          <p:nvPr/>
        </p:nvCxnSpPr>
        <p:spPr>
          <a:xfrm flipV="1">
            <a:off x="6544329" y="3026271"/>
            <a:ext cx="458814" cy="724088"/>
          </a:xfrm>
          <a:prstGeom prst="bentConnector2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3A26ECE-FFEE-F193-9548-C5815C9DFCC6}"/>
              </a:ext>
            </a:extLst>
          </p:cNvPr>
          <p:cNvCxnSpPr>
            <a:stCxn id="64" idx="0"/>
            <a:endCxn id="65" idx="2"/>
          </p:cNvCxnSpPr>
          <p:nvPr/>
        </p:nvCxnSpPr>
        <p:spPr>
          <a:xfrm flipV="1">
            <a:off x="7222897" y="2003566"/>
            <a:ext cx="0" cy="354865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F39903C1-178C-446D-4F5D-F780ACEFB5D1}"/>
              </a:ext>
            </a:extLst>
          </p:cNvPr>
          <p:cNvCxnSpPr>
            <a:cxnSpLocks/>
            <a:stCxn id="65" idx="3"/>
          </p:cNvCxnSpPr>
          <p:nvPr/>
        </p:nvCxnSpPr>
        <p:spPr>
          <a:xfrm>
            <a:off x="7657889" y="1773039"/>
            <a:ext cx="893533" cy="1581"/>
          </a:xfrm>
          <a:prstGeom prst="straightConnector1">
            <a:avLst/>
          </a:prstGeom>
          <a:ln w="28575">
            <a:solidFill>
              <a:srgbClr val="C04F14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7433FFFE-00E4-BD06-7FBB-E9CFE4E87068}"/>
              </a:ext>
            </a:extLst>
          </p:cNvPr>
          <p:cNvCxnSpPr>
            <a:cxnSpLocks/>
          </p:cNvCxnSpPr>
          <p:nvPr/>
        </p:nvCxnSpPr>
        <p:spPr>
          <a:xfrm>
            <a:off x="6737729" y="5273591"/>
            <a:ext cx="1805892" cy="0"/>
          </a:xfrm>
          <a:prstGeom prst="straightConnector1">
            <a:avLst/>
          </a:prstGeom>
          <a:ln w="28575">
            <a:solidFill>
              <a:srgbClr val="C04F14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0" name="Graphic 229" descr="Dice with solid fill">
            <a:extLst>
              <a:ext uri="{FF2B5EF4-FFF2-40B4-BE49-F238E27FC236}">
                <a16:creationId xmlns:a16="http://schemas.microsoft.com/office/drawing/2014/main" id="{E6EEC804-A4D9-ED2E-CBFE-45FA4E55A0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6325" y="4951736"/>
            <a:ext cx="369333" cy="369333"/>
          </a:xfrm>
          <a:prstGeom prst="rect">
            <a:avLst/>
          </a:prstGeom>
        </p:spPr>
      </p:pic>
      <p:pic>
        <p:nvPicPr>
          <p:cNvPr id="279" name="Graphic 278" descr="Dice with solid fill">
            <a:extLst>
              <a:ext uri="{FF2B5EF4-FFF2-40B4-BE49-F238E27FC236}">
                <a16:creationId xmlns:a16="http://schemas.microsoft.com/office/drawing/2014/main" id="{83E8E755-E802-031F-D527-2FC635C957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6884" y="2319763"/>
            <a:ext cx="369333" cy="369333"/>
          </a:xfrm>
          <a:prstGeom prst="rect">
            <a:avLst/>
          </a:prstGeom>
        </p:spPr>
      </p:pic>
      <p:pic>
        <p:nvPicPr>
          <p:cNvPr id="354" name="Graphic 353" descr="DNA with solid fill">
            <a:extLst>
              <a:ext uri="{FF2B5EF4-FFF2-40B4-BE49-F238E27FC236}">
                <a16:creationId xmlns:a16="http://schemas.microsoft.com/office/drawing/2014/main" id="{EE42CE8C-C761-3EE7-EFE9-45FC4B374F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2182280" y="1718480"/>
            <a:ext cx="469945" cy="401234"/>
          </a:xfrm>
          <a:prstGeom prst="rect">
            <a:avLst/>
          </a:prstGeom>
        </p:spPr>
      </p:pic>
      <p:pic>
        <p:nvPicPr>
          <p:cNvPr id="355" name="Graphic 354">
            <a:extLst>
              <a:ext uri="{FF2B5EF4-FFF2-40B4-BE49-F238E27FC236}">
                <a16:creationId xmlns:a16="http://schemas.microsoft.com/office/drawing/2014/main" id="{E7F8CBC4-D3A3-9DAD-D9AE-2263CA2B0E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93464" y="1762887"/>
            <a:ext cx="237510" cy="302285"/>
          </a:xfrm>
          <a:prstGeom prst="rect">
            <a:avLst/>
          </a:prstGeom>
        </p:spPr>
      </p:pic>
      <p:pic>
        <p:nvPicPr>
          <p:cNvPr id="359" name="Graphic 358" descr="Normal Distribution with solid fill">
            <a:extLst>
              <a:ext uri="{FF2B5EF4-FFF2-40B4-BE49-F238E27FC236}">
                <a16:creationId xmlns:a16="http://schemas.microsoft.com/office/drawing/2014/main" id="{66D3E407-E892-81F9-3710-27E3C10932F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04216" y="5231067"/>
            <a:ext cx="476115" cy="476115"/>
          </a:xfrm>
          <a:prstGeom prst="rect">
            <a:avLst/>
          </a:prstGeom>
        </p:spPr>
      </p:pic>
      <p:pic>
        <p:nvPicPr>
          <p:cNvPr id="363" name="Graphic 362" descr="Statistics with solid fill">
            <a:extLst>
              <a:ext uri="{FF2B5EF4-FFF2-40B4-BE49-F238E27FC236}">
                <a16:creationId xmlns:a16="http://schemas.microsoft.com/office/drawing/2014/main" id="{76B6ACE2-8233-6C68-50D8-4C0724CA8CF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08741" y="4312147"/>
            <a:ext cx="421792" cy="421792"/>
          </a:xfrm>
          <a:prstGeom prst="rect">
            <a:avLst/>
          </a:prstGeom>
        </p:spPr>
      </p:pic>
      <p:pic>
        <p:nvPicPr>
          <p:cNvPr id="364" name="Graphic 363" descr="Bar chart with solid fill">
            <a:extLst>
              <a:ext uri="{FF2B5EF4-FFF2-40B4-BE49-F238E27FC236}">
                <a16:creationId xmlns:a16="http://schemas.microsoft.com/office/drawing/2014/main" id="{1EA08DC8-0E62-8CA9-5E98-48DAEF528D0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677978" y="4315391"/>
            <a:ext cx="428727" cy="428727"/>
          </a:xfrm>
          <a:prstGeom prst="rect">
            <a:avLst/>
          </a:prstGeom>
        </p:spPr>
      </p:pic>
      <p:pic>
        <p:nvPicPr>
          <p:cNvPr id="366" name="Graphic 365" descr="Hourglass 60% with solid fill">
            <a:extLst>
              <a:ext uri="{FF2B5EF4-FFF2-40B4-BE49-F238E27FC236}">
                <a16:creationId xmlns:a16="http://schemas.microsoft.com/office/drawing/2014/main" id="{5D7900CB-7F2C-DF59-5331-E3769F55591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492964" y="3548411"/>
            <a:ext cx="298619" cy="298619"/>
          </a:xfrm>
          <a:prstGeom prst="rect">
            <a:avLst/>
          </a:prstGeom>
        </p:spPr>
      </p:pic>
      <p:grpSp>
        <p:nvGrpSpPr>
          <p:cNvPr id="371" name="Group 370">
            <a:extLst>
              <a:ext uri="{FF2B5EF4-FFF2-40B4-BE49-F238E27FC236}">
                <a16:creationId xmlns:a16="http://schemas.microsoft.com/office/drawing/2014/main" id="{E5A97323-2C42-E178-2293-9C3F9FBC3C9D}"/>
              </a:ext>
            </a:extLst>
          </p:cNvPr>
          <p:cNvGrpSpPr/>
          <p:nvPr/>
        </p:nvGrpSpPr>
        <p:grpSpPr>
          <a:xfrm>
            <a:off x="5573888" y="4671433"/>
            <a:ext cx="817786" cy="397112"/>
            <a:chOff x="4343400" y="3117868"/>
            <a:chExt cx="1569720" cy="1332212"/>
          </a:xfrm>
        </p:grpSpPr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D8990161-85F7-F4C5-4CF0-5E630C0EF761}"/>
                </a:ext>
              </a:extLst>
            </p:cNvPr>
            <p:cNvCxnSpPr>
              <a:cxnSpLocks/>
            </p:cNvCxnSpPr>
            <p:nvPr/>
          </p:nvCxnSpPr>
          <p:spPr>
            <a:xfrm>
              <a:off x="4761076" y="3231803"/>
              <a:ext cx="0" cy="12182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C4BEEA43-FFC0-4C47-2AAE-C3A8AE90A2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41520" y="4215891"/>
              <a:ext cx="13716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E92F566D-BBB5-8A48-D1A8-CF1E5AE745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3400" y="3117868"/>
              <a:ext cx="1569720" cy="1101277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8" name="Elbow Connector 407">
            <a:extLst>
              <a:ext uri="{FF2B5EF4-FFF2-40B4-BE49-F238E27FC236}">
                <a16:creationId xmlns:a16="http://schemas.microsoft.com/office/drawing/2014/main" id="{E88685E6-3CE3-B44E-ECAE-DC71CAEB4259}"/>
              </a:ext>
            </a:extLst>
          </p:cNvPr>
          <p:cNvCxnSpPr>
            <a:cxnSpLocks/>
            <a:stCxn id="63" idx="0"/>
          </p:cNvCxnSpPr>
          <p:nvPr/>
        </p:nvCxnSpPr>
        <p:spPr>
          <a:xfrm rot="5400000" flipH="1" flipV="1">
            <a:off x="4522629" y="4266162"/>
            <a:ext cx="1220684" cy="539416"/>
          </a:xfrm>
          <a:prstGeom prst="bentConnector3">
            <a:avLst>
              <a:gd name="adj1" fmla="val 100482"/>
            </a:avLst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B22CCFF-4A60-F756-F320-815DE7B8F1C0}"/>
              </a:ext>
            </a:extLst>
          </p:cNvPr>
          <p:cNvGrpSpPr/>
          <p:nvPr/>
        </p:nvGrpSpPr>
        <p:grpSpPr>
          <a:xfrm>
            <a:off x="8543621" y="3647440"/>
            <a:ext cx="1227692" cy="2156921"/>
            <a:chOff x="8543621" y="3746830"/>
            <a:chExt cx="1227692" cy="2156921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CB15407-D1C1-0C17-2D35-1DD49089FD93}"/>
                </a:ext>
              </a:extLst>
            </p:cNvPr>
            <p:cNvSpPr txBox="1"/>
            <p:nvPr/>
          </p:nvSpPr>
          <p:spPr>
            <a:xfrm>
              <a:off x="8551422" y="3746830"/>
              <a:ext cx="1212090" cy="2156921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8188D36-8A10-F25A-A616-DA62D6B4887C}"/>
                </a:ext>
              </a:extLst>
            </p:cNvPr>
            <p:cNvGrpSpPr/>
            <p:nvPr/>
          </p:nvGrpSpPr>
          <p:grpSpPr>
            <a:xfrm>
              <a:off x="8724639" y="4332997"/>
              <a:ext cx="865656" cy="644933"/>
              <a:chOff x="10582382" y="4343670"/>
              <a:chExt cx="855776" cy="543596"/>
            </a:xfrm>
          </p:grpSpPr>
          <p:cxnSp>
            <p:nvCxnSpPr>
              <p:cNvPr id="320" name="Curved Connector 319">
                <a:extLst>
                  <a:ext uri="{FF2B5EF4-FFF2-40B4-BE49-F238E27FC236}">
                    <a16:creationId xmlns:a16="http://schemas.microsoft.com/office/drawing/2014/main" id="{954F630A-090A-EDF0-28DF-59905D578F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603358" y="4527561"/>
                <a:ext cx="789010" cy="271686"/>
              </a:xfrm>
              <a:prstGeom prst="curvedConnector3">
                <a:avLst>
                  <a:gd name="adj1" fmla="val 50000"/>
                </a:avLst>
              </a:prstGeom>
              <a:ln w="1873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Curved Connector 320">
                <a:extLst>
                  <a:ext uri="{FF2B5EF4-FFF2-40B4-BE49-F238E27FC236}">
                    <a16:creationId xmlns:a16="http://schemas.microsoft.com/office/drawing/2014/main" id="{8EFC0DD7-647C-9C2F-531C-3ED3D0414A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609352" y="4535522"/>
                <a:ext cx="773582" cy="305566"/>
              </a:xfrm>
              <a:prstGeom prst="curvedConnector3">
                <a:avLst>
                  <a:gd name="adj1" fmla="val 50000"/>
                </a:avLst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4538E429-FC8E-9876-A76F-20311EF151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94372" y="4343670"/>
                <a:ext cx="4268" cy="543596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F42B5C45-1CAE-99BE-DA06-A7C8B8B590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82382" y="4887266"/>
                <a:ext cx="855776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3FD186E1-24B3-073A-CE67-AFD1AA988EA5}"/>
                </a:ext>
              </a:extLst>
            </p:cNvPr>
            <p:cNvGrpSpPr/>
            <p:nvPr/>
          </p:nvGrpSpPr>
          <p:grpSpPr>
            <a:xfrm>
              <a:off x="8756785" y="5154996"/>
              <a:ext cx="801364" cy="572805"/>
              <a:chOff x="8677431" y="3964906"/>
              <a:chExt cx="801364" cy="572805"/>
            </a:xfrm>
          </p:grpSpPr>
          <p:sp>
            <p:nvSpPr>
              <p:cNvPr id="339" name="Freeform 338">
                <a:extLst>
                  <a:ext uri="{FF2B5EF4-FFF2-40B4-BE49-F238E27FC236}">
                    <a16:creationId xmlns:a16="http://schemas.microsoft.com/office/drawing/2014/main" id="{AF3B0AFE-F9DC-EE9F-537A-58F524A44960}"/>
                  </a:ext>
                </a:extLst>
              </p:cNvPr>
              <p:cNvSpPr/>
              <p:nvPr/>
            </p:nvSpPr>
            <p:spPr>
              <a:xfrm>
                <a:off x="8855740" y="4014595"/>
                <a:ext cx="132683" cy="454622"/>
              </a:xfrm>
              <a:custGeom>
                <a:avLst/>
                <a:gdLst>
                  <a:gd name="csX0" fmla="*/ 167650 w 195510"/>
                  <a:gd name="csY0" fmla="*/ 142312 h 586532"/>
                  <a:gd name="csX1" fmla="*/ 122194 w 195510"/>
                  <a:gd name="csY1" fmla="*/ 66549 h 586532"/>
                  <a:gd name="csX2" fmla="*/ 122194 w 195510"/>
                  <a:gd name="csY2" fmla="*/ 0 h 586532"/>
                  <a:gd name="csX3" fmla="*/ 73317 w 195510"/>
                  <a:gd name="csY3" fmla="*/ 0 h 586532"/>
                  <a:gd name="csX4" fmla="*/ 73317 w 195510"/>
                  <a:gd name="csY4" fmla="*/ 66549 h 586532"/>
                  <a:gd name="csX5" fmla="*/ 27860 w 195510"/>
                  <a:gd name="csY5" fmla="*/ 142310 h 586532"/>
                  <a:gd name="csX6" fmla="*/ 0 w 195510"/>
                  <a:gd name="csY6" fmla="*/ 242898 h 586532"/>
                  <a:gd name="csX7" fmla="*/ 0 w 195510"/>
                  <a:gd name="csY7" fmla="*/ 245879 h 586532"/>
                  <a:gd name="csX8" fmla="*/ 27860 w 195510"/>
                  <a:gd name="csY8" fmla="*/ 346465 h 586532"/>
                  <a:gd name="csX9" fmla="*/ 73317 w 195510"/>
                  <a:gd name="csY9" fmla="*/ 422225 h 586532"/>
                  <a:gd name="csX10" fmla="*/ 73317 w 195510"/>
                  <a:gd name="csY10" fmla="*/ 586532 h 586532"/>
                  <a:gd name="csX11" fmla="*/ 122194 w 195510"/>
                  <a:gd name="csY11" fmla="*/ 586532 h 586532"/>
                  <a:gd name="csX12" fmla="*/ 122194 w 195510"/>
                  <a:gd name="csY12" fmla="*/ 422227 h 586532"/>
                  <a:gd name="csX13" fmla="*/ 167650 w 195510"/>
                  <a:gd name="csY13" fmla="*/ 346467 h 586532"/>
                  <a:gd name="csX14" fmla="*/ 195511 w 195510"/>
                  <a:gd name="csY14" fmla="*/ 245879 h 586532"/>
                  <a:gd name="csX15" fmla="*/ 195511 w 195510"/>
                  <a:gd name="csY15" fmla="*/ 242898 h 586532"/>
                  <a:gd name="csX16" fmla="*/ 167650 w 195510"/>
                  <a:gd name="csY16" fmla="*/ 142312 h 586532"/>
                  <a:gd name="csX17" fmla="*/ 97755 w 195510"/>
                  <a:gd name="csY17" fmla="*/ 120811 h 586532"/>
                  <a:gd name="csX18" fmla="*/ 125738 w 195510"/>
                  <a:gd name="csY18" fmla="*/ 167457 h 586532"/>
                  <a:gd name="csX19" fmla="*/ 144641 w 195510"/>
                  <a:gd name="csY19" fmla="*/ 219950 h 586532"/>
                  <a:gd name="csX20" fmla="*/ 50869 w 195510"/>
                  <a:gd name="csY20" fmla="*/ 219950 h 586532"/>
                  <a:gd name="csX21" fmla="*/ 69773 w 195510"/>
                  <a:gd name="csY21" fmla="*/ 167445 h 586532"/>
                  <a:gd name="csX22" fmla="*/ 97755 w 195510"/>
                  <a:gd name="csY22" fmla="*/ 367966 h 586532"/>
                  <a:gd name="csX23" fmla="*/ 69773 w 195510"/>
                  <a:gd name="csY23" fmla="*/ 321319 h 586532"/>
                  <a:gd name="csX24" fmla="*/ 50869 w 195510"/>
                  <a:gd name="csY24" fmla="*/ 268827 h 586532"/>
                  <a:gd name="csX25" fmla="*/ 144641 w 195510"/>
                  <a:gd name="csY25" fmla="*/ 268827 h 586532"/>
                  <a:gd name="csX26" fmla="*/ 125738 w 195510"/>
                  <a:gd name="csY26" fmla="*/ 321332 h 5865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195510" h="586532">
                    <a:moveTo>
                      <a:pt x="167650" y="142312"/>
                    </a:moveTo>
                    <a:lnTo>
                      <a:pt x="122194" y="66549"/>
                    </a:lnTo>
                    <a:lnTo>
                      <a:pt x="122194" y="0"/>
                    </a:lnTo>
                    <a:lnTo>
                      <a:pt x="73317" y="0"/>
                    </a:lnTo>
                    <a:lnTo>
                      <a:pt x="73317" y="66549"/>
                    </a:lnTo>
                    <a:lnTo>
                      <a:pt x="27860" y="142310"/>
                    </a:lnTo>
                    <a:cubicBezTo>
                      <a:pt x="9628" y="172694"/>
                      <a:pt x="-2" y="207464"/>
                      <a:pt x="0" y="242898"/>
                    </a:cubicBezTo>
                    <a:lnTo>
                      <a:pt x="0" y="245879"/>
                    </a:lnTo>
                    <a:cubicBezTo>
                      <a:pt x="-4" y="281313"/>
                      <a:pt x="9626" y="316082"/>
                      <a:pt x="27860" y="346465"/>
                    </a:cubicBezTo>
                    <a:lnTo>
                      <a:pt x="73317" y="422225"/>
                    </a:lnTo>
                    <a:lnTo>
                      <a:pt x="73317" y="586532"/>
                    </a:lnTo>
                    <a:lnTo>
                      <a:pt x="122194" y="586532"/>
                    </a:lnTo>
                    <a:lnTo>
                      <a:pt x="122194" y="422227"/>
                    </a:lnTo>
                    <a:lnTo>
                      <a:pt x="167650" y="346467"/>
                    </a:lnTo>
                    <a:cubicBezTo>
                      <a:pt x="185882" y="316082"/>
                      <a:pt x="195513" y="281313"/>
                      <a:pt x="195511" y="245879"/>
                    </a:cubicBezTo>
                    <a:lnTo>
                      <a:pt x="195511" y="242898"/>
                    </a:lnTo>
                    <a:cubicBezTo>
                      <a:pt x="195516" y="207464"/>
                      <a:pt x="185884" y="172695"/>
                      <a:pt x="167650" y="142312"/>
                    </a:cubicBezTo>
                    <a:close/>
                    <a:moveTo>
                      <a:pt x="97755" y="120811"/>
                    </a:moveTo>
                    <a:lnTo>
                      <a:pt x="125738" y="167457"/>
                    </a:lnTo>
                    <a:cubicBezTo>
                      <a:pt x="135340" y="183584"/>
                      <a:pt x="141755" y="201403"/>
                      <a:pt x="144641" y="219950"/>
                    </a:cubicBezTo>
                    <a:lnTo>
                      <a:pt x="50869" y="219950"/>
                    </a:lnTo>
                    <a:cubicBezTo>
                      <a:pt x="53756" y="201401"/>
                      <a:pt x="60173" y="183578"/>
                      <a:pt x="69773" y="167445"/>
                    </a:cubicBezTo>
                    <a:close/>
                    <a:moveTo>
                      <a:pt x="97755" y="367966"/>
                    </a:moveTo>
                    <a:lnTo>
                      <a:pt x="69773" y="321319"/>
                    </a:lnTo>
                    <a:cubicBezTo>
                      <a:pt x="60171" y="305192"/>
                      <a:pt x="53756" y="287374"/>
                      <a:pt x="50869" y="268827"/>
                    </a:cubicBezTo>
                    <a:lnTo>
                      <a:pt x="144641" y="268827"/>
                    </a:lnTo>
                    <a:cubicBezTo>
                      <a:pt x="141755" y="287376"/>
                      <a:pt x="135337" y="305200"/>
                      <a:pt x="125738" y="3213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2440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H"/>
              </a:p>
            </p:txBody>
          </p:sp>
          <p:sp>
            <p:nvSpPr>
              <p:cNvPr id="340" name="Freeform 339">
                <a:extLst>
                  <a:ext uri="{FF2B5EF4-FFF2-40B4-BE49-F238E27FC236}">
                    <a16:creationId xmlns:a16="http://schemas.microsoft.com/office/drawing/2014/main" id="{4EF3BF0F-9BD7-A65E-E9E2-757305884435}"/>
                  </a:ext>
                </a:extLst>
              </p:cNvPr>
              <p:cNvSpPr/>
              <p:nvPr/>
            </p:nvSpPr>
            <p:spPr>
              <a:xfrm>
                <a:off x="9173445" y="4014595"/>
                <a:ext cx="132683" cy="454622"/>
              </a:xfrm>
              <a:custGeom>
                <a:avLst/>
                <a:gdLst>
                  <a:gd name="csX0" fmla="*/ 167650 w 195510"/>
                  <a:gd name="csY0" fmla="*/ 240068 h 586532"/>
                  <a:gd name="csX1" fmla="*/ 122194 w 195510"/>
                  <a:gd name="csY1" fmla="*/ 164305 h 586532"/>
                  <a:gd name="csX2" fmla="*/ 122194 w 195510"/>
                  <a:gd name="csY2" fmla="*/ 0 h 586532"/>
                  <a:gd name="csX3" fmla="*/ 73317 w 195510"/>
                  <a:gd name="csY3" fmla="*/ 0 h 586532"/>
                  <a:gd name="csX4" fmla="*/ 73317 w 195510"/>
                  <a:gd name="csY4" fmla="*/ 164305 h 586532"/>
                  <a:gd name="csX5" fmla="*/ 27860 w 195510"/>
                  <a:gd name="csY5" fmla="*/ 240065 h 586532"/>
                  <a:gd name="csX6" fmla="*/ 0 w 195510"/>
                  <a:gd name="csY6" fmla="*/ 340653 h 586532"/>
                  <a:gd name="csX7" fmla="*/ 0 w 195510"/>
                  <a:gd name="csY7" fmla="*/ 343635 h 586532"/>
                  <a:gd name="csX8" fmla="*/ 27860 w 195510"/>
                  <a:gd name="csY8" fmla="*/ 444220 h 586532"/>
                  <a:gd name="csX9" fmla="*/ 73317 w 195510"/>
                  <a:gd name="csY9" fmla="*/ 519980 h 586532"/>
                  <a:gd name="csX10" fmla="*/ 73317 w 195510"/>
                  <a:gd name="csY10" fmla="*/ 586532 h 586532"/>
                  <a:gd name="csX11" fmla="*/ 122194 w 195510"/>
                  <a:gd name="csY11" fmla="*/ 586532 h 586532"/>
                  <a:gd name="csX12" fmla="*/ 122194 w 195510"/>
                  <a:gd name="csY12" fmla="*/ 519983 h 586532"/>
                  <a:gd name="csX13" fmla="*/ 167650 w 195510"/>
                  <a:gd name="csY13" fmla="*/ 444222 h 586532"/>
                  <a:gd name="csX14" fmla="*/ 195511 w 195510"/>
                  <a:gd name="csY14" fmla="*/ 343635 h 586532"/>
                  <a:gd name="csX15" fmla="*/ 195511 w 195510"/>
                  <a:gd name="csY15" fmla="*/ 340653 h 586532"/>
                  <a:gd name="csX16" fmla="*/ 167650 w 195510"/>
                  <a:gd name="csY16" fmla="*/ 240068 h 586532"/>
                  <a:gd name="csX17" fmla="*/ 97755 w 195510"/>
                  <a:gd name="csY17" fmla="*/ 218561 h 586532"/>
                  <a:gd name="csX18" fmla="*/ 125738 w 195510"/>
                  <a:gd name="csY18" fmla="*/ 265208 h 586532"/>
                  <a:gd name="csX19" fmla="*/ 144641 w 195510"/>
                  <a:gd name="csY19" fmla="*/ 317705 h 586532"/>
                  <a:gd name="csX20" fmla="*/ 50869 w 195510"/>
                  <a:gd name="csY20" fmla="*/ 317705 h 586532"/>
                  <a:gd name="csX21" fmla="*/ 69773 w 195510"/>
                  <a:gd name="csY21" fmla="*/ 265201 h 586532"/>
                  <a:gd name="csX22" fmla="*/ 97755 w 195510"/>
                  <a:gd name="csY22" fmla="*/ 465716 h 586532"/>
                  <a:gd name="csX23" fmla="*/ 69773 w 195510"/>
                  <a:gd name="csY23" fmla="*/ 419070 h 586532"/>
                  <a:gd name="csX24" fmla="*/ 50869 w 195510"/>
                  <a:gd name="csY24" fmla="*/ 366583 h 586532"/>
                  <a:gd name="csX25" fmla="*/ 144641 w 195510"/>
                  <a:gd name="csY25" fmla="*/ 366583 h 586532"/>
                  <a:gd name="csX26" fmla="*/ 125738 w 195510"/>
                  <a:gd name="csY26" fmla="*/ 419087 h 5865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195510" h="586532">
                    <a:moveTo>
                      <a:pt x="167650" y="240068"/>
                    </a:moveTo>
                    <a:lnTo>
                      <a:pt x="122194" y="164305"/>
                    </a:lnTo>
                    <a:lnTo>
                      <a:pt x="122194" y="0"/>
                    </a:lnTo>
                    <a:lnTo>
                      <a:pt x="73317" y="0"/>
                    </a:lnTo>
                    <a:lnTo>
                      <a:pt x="73317" y="164305"/>
                    </a:lnTo>
                    <a:lnTo>
                      <a:pt x="27860" y="240065"/>
                    </a:lnTo>
                    <a:cubicBezTo>
                      <a:pt x="9629" y="270450"/>
                      <a:pt x="-2" y="305219"/>
                      <a:pt x="0" y="340653"/>
                    </a:cubicBezTo>
                    <a:lnTo>
                      <a:pt x="0" y="343635"/>
                    </a:lnTo>
                    <a:cubicBezTo>
                      <a:pt x="-5" y="379068"/>
                      <a:pt x="9626" y="413838"/>
                      <a:pt x="27860" y="444220"/>
                    </a:cubicBezTo>
                    <a:lnTo>
                      <a:pt x="73317" y="519980"/>
                    </a:lnTo>
                    <a:lnTo>
                      <a:pt x="73317" y="586532"/>
                    </a:lnTo>
                    <a:lnTo>
                      <a:pt x="122194" y="586532"/>
                    </a:lnTo>
                    <a:lnTo>
                      <a:pt x="122194" y="519983"/>
                    </a:lnTo>
                    <a:lnTo>
                      <a:pt x="167650" y="444222"/>
                    </a:lnTo>
                    <a:cubicBezTo>
                      <a:pt x="185882" y="413838"/>
                      <a:pt x="195513" y="379068"/>
                      <a:pt x="195511" y="343635"/>
                    </a:cubicBezTo>
                    <a:lnTo>
                      <a:pt x="195511" y="340653"/>
                    </a:lnTo>
                    <a:cubicBezTo>
                      <a:pt x="195516" y="305219"/>
                      <a:pt x="185884" y="270450"/>
                      <a:pt x="167650" y="240068"/>
                    </a:cubicBezTo>
                    <a:close/>
                    <a:moveTo>
                      <a:pt x="97755" y="218561"/>
                    </a:moveTo>
                    <a:lnTo>
                      <a:pt x="125738" y="265208"/>
                    </a:lnTo>
                    <a:cubicBezTo>
                      <a:pt x="135340" y="281338"/>
                      <a:pt x="141758" y="299158"/>
                      <a:pt x="144641" y="317705"/>
                    </a:cubicBezTo>
                    <a:lnTo>
                      <a:pt x="50869" y="317705"/>
                    </a:lnTo>
                    <a:cubicBezTo>
                      <a:pt x="53756" y="299156"/>
                      <a:pt x="60173" y="281333"/>
                      <a:pt x="69773" y="265201"/>
                    </a:cubicBezTo>
                    <a:close/>
                    <a:moveTo>
                      <a:pt x="97755" y="465716"/>
                    </a:moveTo>
                    <a:lnTo>
                      <a:pt x="69773" y="419070"/>
                    </a:lnTo>
                    <a:cubicBezTo>
                      <a:pt x="60173" y="402945"/>
                      <a:pt x="53756" y="385127"/>
                      <a:pt x="50869" y="366583"/>
                    </a:cubicBezTo>
                    <a:lnTo>
                      <a:pt x="144641" y="366583"/>
                    </a:lnTo>
                    <a:cubicBezTo>
                      <a:pt x="141755" y="385132"/>
                      <a:pt x="135337" y="402955"/>
                      <a:pt x="125738" y="4190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2440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CH"/>
              </a:p>
            </p:txBody>
          </p:sp>
          <p:cxnSp>
            <p:nvCxnSpPr>
              <p:cNvPr id="342" name="Straight Connector 341">
                <a:extLst>
                  <a:ext uri="{FF2B5EF4-FFF2-40B4-BE49-F238E27FC236}">
                    <a16:creationId xmlns:a16="http://schemas.microsoft.com/office/drawing/2014/main" id="{1C209E8D-7CC7-CC12-BB21-2A62817B32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90250" y="3964906"/>
                <a:ext cx="2406" cy="572805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Straight Connector 342">
                <a:extLst>
                  <a:ext uri="{FF2B5EF4-FFF2-40B4-BE49-F238E27FC236}">
                    <a16:creationId xmlns:a16="http://schemas.microsoft.com/office/drawing/2014/main" id="{54DCE799-7EA3-CB7F-497A-C28313B1F5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77431" y="4537711"/>
                <a:ext cx="801364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4AFAD0-F0E2-97AE-B873-B8604E59DFD5}"/>
                </a:ext>
              </a:extLst>
            </p:cNvPr>
            <p:cNvSpPr txBox="1"/>
            <p:nvPr/>
          </p:nvSpPr>
          <p:spPr>
            <a:xfrm>
              <a:off x="8543621" y="3878931"/>
              <a:ext cx="12276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Interpretation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4229E42-FC78-A861-912F-08FFCC6B9E0D}"/>
              </a:ext>
            </a:extLst>
          </p:cNvPr>
          <p:cNvGrpSpPr/>
          <p:nvPr/>
        </p:nvGrpSpPr>
        <p:grpSpPr>
          <a:xfrm>
            <a:off x="8543621" y="1406519"/>
            <a:ext cx="1227692" cy="2157984"/>
            <a:chOff x="8543621" y="1392887"/>
            <a:chExt cx="1227692" cy="2157984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56C844F-535E-BAC0-820D-6E13971DB7AA}"/>
                </a:ext>
              </a:extLst>
            </p:cNvPr>
            <p:cNvSpPr txBox="1"/>
            <p:nvPr/>
          </p:nvSpPr>
          <p:spPr>
            <a:xfrm>
              <a:off x="8549391" y="1392887"/>
              <a:ext cx="1216152" cy="215798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045E65F4-0616-9674-9128-AD2E478FF2FB}"/>
                </a:ext>
              </a:extLst>
            </p:cNvPr>
            <p:cNvGrpSpPr/>
            <p:nvPr/>
          </p:nvGrpSpPr>
          <p:grpSpPr>
            <a:xfrm>
              <a:off x="8824539" y="2055455"/>
              <a:ext cx="665857" cy="464366"/>
              <a:chOff x="10879013" y="1281505"/>
              <a:chExt cx="698817" cy="604130"/>
            </a:xfrm>
          </p:grpSpPr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0C968B6B-B1BE-D510-EB57-D7F82C4F86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79013" y="1450439"/>
                <a:ext cx="151538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92F8F3C3-5FC5-B2CC-51C2-28618BDC1E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30551" y="1285977"/>
                <a:ext cx="0" cy="325475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782EAA32-D930-319A-5375-0318437448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017363" y="1281505"/>
                <a:ext cx="560467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DD62DFDC-2D0B-5D36-EB67-786CB6776B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015733" y="1596909"/>
                <a:ext cx="249767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CCB86077-B351-2606-CB32-1476520F44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74292" y="1448714"/>
                <a:ext cx="0" cy="313829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E16252FC-9399-8526-1192-5FF721F30A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261104" y="1455700"/>
                <a:ext cx="305212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FBAFFAB9-282D-5F5B-4D25-706C5080AF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261104" y="1749275"/>
                <a:ext cx="156308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E9F409B2-DA41-C9A4-7EA7-50F402D5CC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21808" y="1605628"/>
                <a:ext cx="0" cy="280007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3EDF021D-87DC-E7BF-F836-B444496E95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409314" y="1879694"/>
                <a:ext cx="152606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40B425C0-7B28-C07E-7B23-A751F02B4A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405766" y="1605628"/>
                <a:ext cx="156308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1" name="Group 300">
              <a:extLst>
                <a:ext uri="{FF2B5EF4-FFF2-40B4-BE49-F238E27FC236}">
                  <a16:creationId xmlns:a16="http://schemas.microsoft.com/office/drawing/2014/main" id="{D6F9FC1B-2650-EB55-A4BF-6069910396E2}"/>
                </a:ext>
              </a:extLst>
            </p:cNvPr>
            <p:cNvGrpSpPr/>
            <p:nvPr/>
          </p:nvGrpSpPr>
          <p:grpSpPr>
            <a:xfrm>
              <a:off x="8715676" y="2778736"/>
              <a:ext cx="883583" cy="571722"/>
              <a:chOff x="1066800" y="1911927"/>
              <a:chExt cx="2438400" cy="1856509"/>
            </a:xfrm>
          </p:grpSpPr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9AC22B73-AAE5-6E69-A56E-BD3A03EDF363}"/>
                  </a:ext>
                </a:extLst>
              </p:cNvPr>
              <p:cNvSpPr/>
              <p:nvPr/>
            </p:nvSpPr>
            <p:spPr>
              <a:xfrm>
                <a:off x="2937133" y="1918859"/>
                <a:ext cx="457172" cy="113260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317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18E0FF30-935A-7FC3-73E6-5BE47671DC9D}"/>
                  </a:ext>
                </a:extLst>
              </p:cNvPr>
              <p:cNvSpPr/>
              <p:nvPr/>
            </p:nvSpPr>
            <p:spPr>
              <a:xfrm>
                <a:off x="2479961" y="2798617"/>
                <a:ext cx="457172" cy="737755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317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B485FE0D-F75E-8DD9-35BB-0EF7E1C1AC13}"/>
                  </a:ext>
                </a:extLst>
              </p:cNvPr>
              <p:cNvSpPr/>
              <p:nvPr/>
            </p:nvSpPr>
            <p:spPr>
              <a:xfrm>
                <a:off x="2008905" y="3089564"/>
                <a:ext cx="457172" cy="665018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317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331B52A5-F567-06CD-35E6-CC96BF4C29C2}"/>
                  </a:ext>
                </a:extLst>
              </p:cNvPr>
              <p:cNvSpPr/>
              <p:nvPr/>
            </p:nvSpPr>
            <p:spPr>
              <a:xfrm>
                <a:off x="1537853" y="2798617"/>
                <a:ext cx="457198" cy="845127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317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A5E82DCD-5947-711D-A425-E91924E0B77E}"/>
                  </a:ext>
                </a:extLst>
              </p:cNvPr>
              <p:cNvSpPr/>
              <p:nvPr/>
            </p:nvSpPr>
            <p:spPr>
              <a:xfrm>
                <a:off x="1080655" y="2445328"/>
                <a:ext cx="457199" cy="98367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317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1827ECD0-8C11-0515-5BB0-79B5FB1CF5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655" y="1911927"/>
                <a:ext cx="0" cy="1856509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A565FFA4-C98F-00F2-8119-B3F04F61D5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655" y="3768436"/>
                <a:ext cx="2424545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>
                <a:extLst>
                  <a:ext uri="{FF2B5EF4-FFF2-40B4-BE49-F238E27FC236}">
                    <a16:creationId xmlns:a16="http://schemas.microsoft.com/office/drawing/2014/main" id="{AE70C7EE-05A4-0DA7-7240-843DD501BD3C}"/>
                  </a:ext>
                </a:extLst>
              </p:cNvPr>
              <p:cNvCxnSpPr/>
              <p:nvPr/>
            </p:nvCxnSpPr>
            <p:spPr>
              <a:xfrm>
                <a:off x="1066800" y="2964873"/>
                <a:ext cx="471054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8C19BD2C-8FE8-1293-3024-9872FE369D04}"/>
                  </a:ext>
                </a:extLst>
              </p:cNvPr>
              <p:cNvCxnSpPr/>
              <p:nvPr/>
            </p:nvCxnSpPr>
            <p:spPr>
              <a:xfrm>
                <a:off x="1537854" y="3269673"/>
                <a:ext cx="471054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648868CB-9501-CAA7-9394-374EB14B2A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37854" y="2964873"/>
                <a:ext cx="0" cy="3048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32A300B5-1162-2362-72E4-D238B8DF1E35}"/>
                  </a:ext>
                </a:extLst>
              </p:cNvPr>
              <p:cNvCxnSpPr/>
              <p:nvPr/>
            </p:nvCxnSpPr>
            <p:spPr>
              <a:xfrm>
                <a:off x="2008908" y="3581400"/>
                <a:ext cx="471054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20D8F479-DB6B-987B-7701-1D713124B7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9962" y="3290455"/>
                <a:ext cx="471054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6BB29059-316E-CCFD-51F8-87F7C00A4B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51016" y="2445328"/>
                <a:ext cx="471054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F37FEAF7-9081-F758-6DFB-64D7B31B5E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08908" y="3276600"/>
                <a:ext cx="0" cy="3048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6932C251-6FC1-4EA2-B864-BDA4CFFD0D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79962" y="3269673"/>
                <a:ext cx="0" cy="3048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B186BFF5-3A35-7EA9-85EA-89CF3D20D3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51016" y="2445328"/>
                <a:ext cx="0" cy="845127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2CF95CC-A378-AEA1-CF45-E08B03CDD448}"/>
                </a:ext>
              </a:extLst>
            </p:cNvPr>
            <p:cNvSpPr txBox="1"/>
            <p:nvPr/>
          </p:nvSpPr>
          <p:spPr>
            <a:xfrm>
              <a:off x="8543621" y="1519540"/>
              <a:ext cx="12276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Estimates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E4B8F8C-AD78-9435-BD9D-3FCBC42E99F4}"/>
              </a:ext>
            </a:extLst>
          </p:cNvPr>
          <p:cNvSpPr txBox="1"/>
          <p:nvPr/>
        </p:nvSpPr>
        <p:spPr>
          <a:xfrm>
            <a:off x="2350190" y="1467385"/>
            <a:ext cx="584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6ACBFD-2632-A23D-A9F7-846EB314E989}"/>
              </a:ext>
            </a:extLst>
          </p:cNvPr>
          <p:cNvSpPr txBox="1"/>
          <p:nvPr/>
        </p:nvSpPr>
        <p:spPr>
          <a:xfrm>
            <a:off x="1999630" y="2227193"/>
            <a:ext cx="1285287" cy="865136"/>
          </a:xfrm>
          <a:prstGeom prst="roundRect">
            <a:avLst/>
          </a:prstGeom>
          <a:solidFill>
            <a:srgbClr val="60C2A0"/>
          </a:solidFill>
          <a:ln w="952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8" name="Picture 357">
            <a:extLst>
              <a:ext uri="{FF2B5EF4-FFF2-40B4-BE49-F238E27FC236}">
                <a16:creationId xmlns:a16="http://schemas.microsoft.com/office/drawing/2014/main" id="{1D3E205B-3427-D8AD-4C49-AC7621989E6C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135"/>
          <a:stretch>
            <a:fillRect/>
          </a:stretch>
        </p:blipFill>
        <p:spPr>
          <a:xfrm>
            <a:off x="2482908" y="2721252"/>
            <a:ext cx="318731" cy="32219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7215941-A6D6-C481-F299-C37378FF9713}"/>
              </a:ext>
            </a:extLst>
          </p:cNvPr>
          <p:cNvSpPr txBox="1"/>
          <p:nvPr/>
        </p:nvSpPr>
        <p:spPr>
          <a:xfrm>
            <a:off x="2032726" y="2232650"/>
            <a:ext cx="1219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Phylodynamic priors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ECA988-5A0C-6AE3-310C-6C9E7706468C}"/>
              </a:ext>
            </a:extLst>
          </p:cNvPr>
          <p:cNvSpPr txBox="1"/>
          <p:nvPr/>
        </p:nvSpPr>
        <p:spPr>
          <a:xfrm>
            <a:off x="2335308" y="3265129"/>
            <a:ext cx="613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DA4F48-0342-771D-C0A6-1D3C7321F720}"/>
              </a:ext>
            </a:extLst>
          </p:cNvPr>
          <p:cNvSpPr txBox="1"/>
          <p:nvPr/>
        </p:nvSpPr>
        <p:spPr>
          <a:xfrm>
            <a:off x="2143506" y="4010942"/>
            <a:ext cx="9975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Predictors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E18933-60A2-5AEA-332A-328DF0E4E4C6}"/>
              </a:ext>
            </a:extLst>
          </p:cNvPr>
          <p:cNvSpPr txBox="1"/>
          <p:nvPr/>
        </p:nvSpPr>
        <p:spPr>
          <a:xfrm>
            <a:off x="2052255" y="4938119"/>
            <a:ext cx="11800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Weights prior</a:t>
            </a:r>
          </a:p>
        </p:txBody>
      </p: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DD04CD60-D981-9E16-8101-891B2B53A68A}"/>
              </a:ext>
            </a:extLst>
          </p:cNvPr>
          <p:cNvCxnSpPr>
            <a:cxnSpLocks/>
          </p:cNvCxnSpPr>
          <p:nvPr/>
        </p:nvCxnSpPr>
        <p:spPr>
          <a:xfrm>
            <a:off x="3283254" y="4373680"/>
            <a:ext cx="2136396" cy="587865"/>
          </a:xfrm>
          <a:prstGeom prst="bentConnector3">
            <a:avLst>
              <a:gd name="adj1" fmla="val 49775"/>
            </a:avLst>
          </a:prstGeom>
          <a:ln w="28575">
            <a:solidFill>
              <a:srgbClr val="38806B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367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25</Words>
  <Application>Microsoft Macintosh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Marino  Gabriele</dc:creator>
  <cp:lastModifiedBy>Marino  Gabriele</cp:lastModifiedBy>
  <cp:revision>22</cp:revision>
  <dcterms:created xsi:type="dcterms:W3CDTF">2025-11-19T12:07:22Z</dcterms:created>
  <dcterms:modified xsi:type="dcterms:W3CDTF">2025-11-26T13:01:37Z</dcterms:modified>
</cp:coreProperties>
</file>