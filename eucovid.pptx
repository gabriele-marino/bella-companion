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6192"/>
  </p:normalViewPr>
  <p:slideViewPr>
    <p:cSldViewPr snapToGrid="0">
      <p:cViewPr>
        <p:scale>
          <a:sx n="109" d="100"/>
          <a:sy n="109" d="100"/>
        </p:scale>
        <p:origin x="75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EFDA7C-42FA-BD41-9EB7-A864947CE711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34B3C5-A2EA-A04D-AFB3-8BE0EC62F4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39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34B3C5-A2EA-A04D-AFB3-8BE0EC62F4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001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F296-6FF0-4608-4B94-606A3EE02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76A2ED-F278-E833-D5B8-9AC1A77BE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65290-99D6-3BDD-753D-A1406D6BB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98B71-AC1B-0022-7385-78403B9A3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27300-AD9F-73F6-1187-1EF3529D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0A816-C650-D322-4928-012E870CC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438A0-89CB-3CF2-7C90-6FBBEC63A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05FE0-9F9C-BA31-00A1-A7D66E0A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AEE01-2CFC-01E8-4EB4-E5CD317B2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2F48-7A76-421B-6F12-B2BC0CAE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8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B308-36D8-4FF1-7E8F-930368DAC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03F9A-3E69-80E7-D4EB-36570F50E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079D-23D4-4609-839D-565EF12D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1C55D-9204-D8E2-6108-C4765CDC9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6A5B4-0604-0469-C501-856288D2A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93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367D9-F69A-92D3-C1FC-D0BD8CB4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2CE1D-17E0-62A2-3D6C-150B959A4D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EF42E-0C72-F7B3-51C7-E20BF0E04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F6A66-F2C8-64C1-A81B-2DDC16C17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E8576-A6BE-33F4-FCE9-C0ECCDA52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EB0AFA-5BA3-2778-2267-17732241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15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51B8-A115-58BD-1C0D-AFC49B809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8F9F7-DA02-852D-3030-BFE9C76D8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2820C-29EF-0E30-94C5-170F24B05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2C0113-3F14-B2A7-F6B0-E34D1EF73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7A656-9F3D-3D6A-22A1-B975D3049C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29A022-3EB3-551A-9BE1-A689BA0C8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7B9AD-32EB-0A89-C2BA-C63A87A7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61795B-021D-EBC5-5557-4FF742E11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2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783F-9E24-2486-ABC5-22FB3EA05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B4D2F-93B2-803C-795A-D5C5B4B5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A77B1-6BC3-7421-4A38-1BD93664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35342-6E8C-D4FD-6270-ED18402E6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9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FBFE49-4F3F-72C1-2B1D-7E5D776C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B9DAF-CD33-C045-6996-9E36BBF30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36293-A2E8-96BB-AF78-27D8E4D0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87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F97F7-52B6-0621-2934-65AF6FD3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C1CD-9D15-C7BC-0D86-A53CFC306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C115D-60B1-0B44-2EEB-8D8842104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44510D-8FD8-D9AA-E269-6ADDF2F99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C0C4-2AC7-1AD4-3A61-77AEA4668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E1AB9-D299-20CC-3C96-E8E0DFEA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63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0DCA5-4AC6-98E6-BA87-137E2A4E0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F0693C-0576-CE74-3722-814A1DC116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0704D-D780-B0C5-8248-2650073D0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66EA3-41E7-1094-3A7A-00EAF8C78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2352A-DA6B-FED4-ADA8-8C8C29DF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E85A39-B572-57B5-E9C2-9A7A1420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8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1FBE-5008-0301-F67E-B4189EB56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CA016E-BC40-0E17-1C77-E955F459B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8E77D-3C29-A464-E0A7-ABAB8864D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0E6DE-4006-6B93-1E9C-B265D4CE4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8B588-47EC-D3E9-C848-84E649DFB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25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C2EE9E-8F12-E384-A640-F47EBB084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FF7544-51AD-FD7B-2865-A942DD091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74760-2CFF-6A87-474F-32CF9030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3C37-34D6-B69C-44E8-8DBCEAEE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0AC1A-18B5-8C2B-9A8A-45F4A9D8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446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9212B-419C-5BCD-03CB-3A7BEE445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CDD5C-3418-A046-96BB-02B469F2E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0885C-A7DA-AC57-D2D7-72DD5A619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B3AA9-1B9C-1D4B-8AF8-A134400B64A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78780-A0B4-0A4A-A021-20A015823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5CA53-5D09-D268-9B96-98095C8ED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C6B57-7A81-FC4E-812C-977F094F21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4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D3355880-9AD5-514A-9659-67B245DE9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7797" y="4192433"/>
            <a:ext cx="3554089" cy="266556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78FBA14-7998-E625-118A-C17A1EEF2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54082" y="4192433"/>
            <a:ext cx="3560855" cy="267064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66A16A04-9B23-0622-C937-47AE6E5866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4893"/>
          <a:stretch>
            <a:fillRect/>
          </a:stretch>
        </p:blipFill>
        <p:spPr>
          <a:xfrm>
            <a:off x="7262" y="502302"/>
            <a:ext cx="5012007" cy="635569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10CDAF48-6DF3-C865-2718-816C316B82E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7251" t="22877" r="9699" b="11658"/>
          <a:stretch>
            <a:fillRect/>
          </a:stretch>
        </p:blipFill>
        <p:spPr>
          <a:xfrm>
            <a:off x="5593918" y="335556"/>
            <a:ext cx="6263471" cy="2963602"/>
          </a:xfrm>
          <a:prstGeom prst="rect">
            <a:avLst/>
          </a:prstGeom>
        </p:spPr>
      </p:pic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6DBBCE5-9B38-FF1B-D4EB-398B10771BB4}"/>
              </a:ext>
            </a:extLst>
          </p:cNvPr>
          <p:cNvSpPr/>
          <p:nvPr/>
        </p:nvSpPr>
        <p:spPr>
          <a:xfrm>
            <a:off x="747657" y="479716"/>
            <a:ext cx="1639677" cy="1923393"/>
          </a:xfrm>
          <a:prstGeom prst="roundRect">
            <a:avLst>
              <a:gd name="adj" fmla="val 6539"/>
            </a:avLst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635FE6-822B-1863-BCAC-38C1D1BABE63}"/>
              </a:ext>
            </a:extLst>
          </p:cNvPr>
          <p:cNvSpPr/>
          <p:nvPr/>
        </p:nvSpPr>
        <p:spPr>
          <a:xfrm>
            <a:off x="913721" y="2051549"/>
            <a:ext cx="545036" cy="228600"/>
          </a:xfrm>
          <a:prstGeom prst="rect">
            <a:avLst/>
          </a:prstGeom>
          <a:solidFill>
            <a:srgbClr val="F1E441"/>
          </a:solidFill>
          <a:ln w="9525">
            <a:solidFill>
              <a:srgbClr val="44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86ABFF-85F5-BF51-F488-279CEC00EA1E}"/>
              </a:ext>
            </a:extLst>
          </p:cNvPr>
          <p:cNvSpPr txBox="1"/>
          <p:nvPr/>
        </p:nvSpPr>
        <p:spPr>
          <a:xfrm>
            <a:off x="1440948" y="577460"/>
            <a:ext cx="121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Other EU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C598CF-DB35-9B7F-5410-CFF329389AD6}"/>
              </a:ext>
            </a:extLst>
          </p:cNvPr>
          <p:cNvSpPr/>
          <p:nvPr/>
        </p:nvSpPr>
        <p:spPr>
          <a:xfrm>
            <a:off x="901918" y="976577"/>
            <a:ext cx="545036" cy="228600"/>
          </a:xfrm>
          <a:prstGeom prst="rect">
            <a:avLst/>
          </a:prstGeom>
          <a:solidFill>
            <a:srgbClr val="D55E00"/>
          </a:solidFill>
          <a:ln w="9525">
            <a:solidFill>
              <a:srgbClr val="44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23AF386-89E5-64D7-6EA0-610F7947EAB2}"/>
              </a:ext>
            </a:extLst>
          </p:cNvPr>
          <p:cNvSpPr/>
          <p:nvPr/>
        </p:nvSpPr>
        <p:spPr>
          <a:xfrm>
            <a:off x="901918" y="1334901"/>
            <a:ext cx="545036" cy="228600"/>
          </a:xfrm>
          <a:prstGeom prst="rect">
            <a:avLst/>
          </a:prstGeom>
          <a:solidFill>
            <a:srgbClr val="E79F00"/>
          </a:solidFill>
          <a:ln w="9525">
            <a:solidFill>
              <a:srgbClr val="44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B961E8-F077-B887-87E1-4EA3AC954E08}"/>
              </a:ext>
            </a:extLst>
          </p:cNvPr>
          <p:cNvSpPr/>
          <p:nvPr/>
        </p:nvSpPr>
        <p:spPr>
          <a:xfrm>
            <a:off x="913721" y="1693225"/>
            <a:ext cx="545036" cy="228600"/>
          </a:xfrm>
          <a:prstGeom prst="rect">
            <a:avLst/>
          </a:prstGeom>
          <a:solidFill>
            <a:srgbClr val="009F73"/>
          </a:solidFill>
          <a:ln w="9525">
            <a:solidFill>
              <a:srgbClr val="44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E022C7-3FE4-EE3B-A93A-6A74F36F2523}"/>
              </a:ext>
            </a:extLst>
          </p:cNvPr>
          <p:cNvSpPr/>
          <p:nvPr/>
        </p:nvSpPr>
        <p:spPr>
          <a:xfrm>
            <a:off x="901917" y="618454"/>
            <a:ext cx="548640" cy="228399"/>
          </a:xfrm>
          <a:prstGeom prst="rect">
            <a:avLst/>
          </a:prstGeom>
          <a:solidFill>
            <a:srgbClr val="57B4E9"/>
          </a:solidFill>
          <a:ln w="9525">
            <a:solidFill>
              <a:srgbClr val="4444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241041-2058-70CE-2AC4-A60726E4290E}"/>
              </a:ext>
            </a:extLst>
          </p:cNvPr>
          <p:cNvSpPr txBox="1"/>
          <p:nvPr/>
        </p:nvSpPr>
        <p:spPr>
          <a:xfrm>
            <a:off x="1440948" y="937066"/>
            <a:ext cx="121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Germany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53CFE8-85A5-DA60-0563-3E400CBFD918}"/>
              </a:ext>
            </a:extLst>
          </p:cNvPr>
          <p:cNvSpPr txBox="1"/>
          <p:nvPr/>
        </p:nvSpPr>
        <p:spPr>
          <a:xfrm>
            <a:off x="1440948" y="1296672"/>
            <a:ext cx="121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Italy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E33212-C7FB-19AA-85F5-08401091C3D1}"/>
              </a:ext>
            </a:extLst>
          </p:cNvPr>
          <p:cNvSpPr txBox="1"/>
          <p:nvPr/>
        </p:nvSpPr>
        <p:spPr>
          <a:xfrm>
            <a:off x="1440948" y="1656278"/>
            <a:ext cx="121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France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14F488-1628-500C-8885-02E284F0AD4F}"/>
              </a:ext>
            </a:extLst>
          </p:cNvPr>
          <p:cNvSpPr txBox="1"/>
          <p:nvPr/>
        </p:nvSpPr>
        <p:spPr>
          <a:xfrm>
            <a:off x="1440948" y="2015885"/>
            <a:ext cx="121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China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FF41D5-152C-14BE-764F-8D52EF285277}"/>
              </a:ext>
            </a:extLst>
          </p:cNvPr>
          <p:cNvSpPr txBox="1"/>
          <p:nvPr/>
        </p:nvSpPr>
        <p:spPr>
          <a:xfrm>
            <a:off x="5054082" y="268327"/>
            <a:ext cx="50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03109F-F6AB-DD16-0586-A61F76625FC5}"/>
              </a:ext>
            </a:extLst>
          </p:cNvPr>
          <p:cNvSpPr txBox="1"/>
          <p:nvPr/>
        </p:nvSpPr>
        <p:spPr>
          <a:xfrm>
            <a:off x="217256" y="268327"/>
            <a:ext cx="435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4F0988-6C16-BBEB-6F1B-729878908008}"/>
              </a:ext>
            </a:extLst>
          </p:cNvPr>
          <p:cNvSpPr txBox="1"/>
          <p:nvPr/>
        </p:nvSpPr>
        <p:spPr>
          <a:xfrm>
            <a:off x="5054082" y="3818911"/>
            <a:ext cx="50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6242F0-C4C5-4DE6-C729-5CC5EB752DCD}"/>
              </a:ext>
            </a:extLst>
          </p:cNvPr>
          <p:cNvSpPr txBox="1"/>
          <p:nvPr/>
        </p:nvSpPr>
        <p:spPr>
          <a:xfrm>
            <a:off x="8627797" y="3818911"/>
            <a:ext cx="505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d)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2E70B55-32D9-2ACC-1E54-69E7ABC47FBB}"/>
              </a:ext>
            </a:extLst>
          </p:cNvPr>
          <p:cNvCxnSpPr>
            <a:cxnSpLocks/>
          </p:cNvCxnSpPr>
          <p:nvPr/>
        </p:nvCxnSpPr>
        <p:spPr>
          <a:xfrm>
            <a:off x="5762189" y="1921825"/>
            <a:ext cx="0" cy="163596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1BA6021-54C0-D609-474D-753DAF2DFDB7}"/>
              </a:ext>
            </a:extLst>
          </p:cNvPr>
          <p:cNvCxnSpPr>
            <a:cxnSpLocks/>
          </p:cNvCxnSpPr>
          <p:nvPr/>
        </p:nvCxnSpPr>
        <p:spPr>
          <a:xfrm>
            <a:off x="5403273" y="3570516"/>
            <a:ext cx="66778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7319D52-A1AD-F5B8-B41E-29CA7CAE0BAE}"/>
              </a:ext>
            </a:extLst>
          </p:cNvPr>
          <p:cNvSpPr txBox="1"/>
          <p:nvPr/>
        </p:nvSpPr>
        <p:spPr>
          <a:xfrm>
            <a:off x="5117743" y="3570516"/>
            <a:ext cx="13001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2020-01-01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040F69D-58B5-7FE4-3A94-E28D3EF9890D}"/>
              </a:ext>
            </a:extLst>
          </p:cNvPr>
          <p:cNvCxnSpPr>
            <a:cxnSpLocks/>
          </p:cNvCxnSpPr>
          <p:nvPr/>
        </p:nvCxnSpPr>
        <p:spPr>
          <a:xfrm>
            <a:off x="7743901" y="2982836"/>
            <a:ext cx="1285" cy="57495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5090C8D-FC38-AE48-2C10-17227421D3C9}"/>
              </a:ext>
            </a:extLst>
          </p:cNvPr>
          <p:cNvSpPr txBox="1"/>
          <p:nvPr/>
        </p:nvSpPr>
        <p:spPr>
          <a:xfrm>
            <a:off x="7093819" y="3570516"/>
            <a:ext cx="13001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2020-02-01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49852E0-E6AC-85C6-D266-8C99608C2024}"/>
              </a:ext>
            </a:extLst>
          </p:cNvPr>
          <p:cNvCxnSpPr>
            <a:cxnSpLocks/>
          </p:cNvCxnSpPr>
          <p:nvPr/>
        </p:nvCxnSpPr>
        <p:spPr>
          <a:xfrm>
            <a:off x="9724446" y="3299158"/>
            <a:ext cx="0" cy="266285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5F98A92-BB6D-124F-E7E0-81FCB9DCB03D}"/>
              </a:ext>
            </a:extLst>
          </p:cNvPr>
          <p:cNvSpPr txBox="1"/>
          <p:nvPr/>
        </p:nvSpPr>
        <p:spPr>
          <a:xfrm>
            <a:off x="9085781" y="3570516"/>
            <a:ext cx="13001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2020-03-01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D2CD57E-BD70-986A-E102-F21DF8E07855}"/>
              </a:ext>
            </a:extLst>
          </p:cNvPr>
          <p:cNvCxnSpPr>
            <a:cxnSpLocks/>
          </p:cNvCxnSpPr>
          <p:nvPr/>
        </p:nvCxnSpPr>
        <p:spPr>
          <a:xfrm>
            <a:off x="11718958" y="2927187"/>
            <a:ext cx="4996" cy="63825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F308FF8-3AAC-D01B-09A2-B3A648BFEEF6}"/>
              </a:ext>
            </a:extLst>
          </p:cNvPr>
          <p:cNvSpPr txBox="1"/>
          <p:nvPr/>
        </p:nvSpPr>
        <p:spPr>
          <a:xfrm>
            <a:off x="11079352" y="3570516"/>
            <a:ext cx="1300165" cy="2616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2020-03-08</a:t>
            </a:r>
          </a:p>
        </p:txBody>
      </p:sp>
    </p:spTree>
    <p:extLst>
      <p:ext uri="{BB962C8B-B14F-4D97-AF65-F5344CB8AC3E}">
        <p14:creationId xmlns:p14="http://schemas.microsoft.com/office/powerpoint/2010/main" val="261552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19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Marino  Gabriele</dc:creator>
  <cp:lastModifiedBy>Marino  Gabriele</cp:lastModifiedBy>
  <cp:revision>15</cp:revision>
  <dcterms:created xsi:type="dcterms:W3CDTF">2025-11-26T14:57:31Z</dcterms:created>
  <dcterms:modified xsi:type="dcterms:W3CDTF">2025-12-01T13:25:22Z</dcterms:modified>
</cp:coreProperties>
</file>